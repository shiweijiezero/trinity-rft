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501" y="84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993DC-FB65-37B9-1446-0D1FDBC4F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24ACF4-5C29-20D0-F0A9-18E2258FE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9280F3-9CC2-D772-EB47-8C70B4A2D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BCF981-234E-327D-F51E-A87D8E59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FBD113-D3FC-91DD-509A-F27EE87B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51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9E195-7E2B-369D-E38A-FD316AA1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CED49A-2EDE-1279-4794-0AB587800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79C9B7-1FED-6301-B3F3-233D257E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DC1F8F-72A0-9808-2201-6074CE37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377829-E33C-F829-D5A2-F0CDAFE3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4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1D606-EE4E-F401-0188-6A6B77C5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925A44-9E92-FD3E-64C3-217A98A71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76F248-EB01-C4DD-4B89-2A235633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C9E887-2560-7E7A-17BC-5E9ED58C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151204-F21A-5B8C-A862-9D563AAE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929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DECA16-3F70-3195-B9A4-849005847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516F4A-CA25-BF7C-8581-4E96E5496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5D9567-DF61-C80B-FFA4-3BA6CBD98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1C501E-ABDE-A7D4-7EC4-289272E9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78BA1E-5626-EADD-CA47-BD8B6ADE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B7E4BE-E453-9919-6DA3-E34D4DEB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41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3DE5B-DB6F-6700-9FDE-4D5293CF0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9442CD-FCB3-02C8-AD36-6BEE7521B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F9AA99-8FEE-3312-754E-D5844A759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0FAADD-1CB2-F2C2-5B78-271E0B339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9DE5B3-5AF5-A6C5-3ED2-285095D66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E2EAE5-1480-DD4A-C0CA-5BBF4A17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EF17EB-A494-1115-ADB3-3D6D86B7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81F536-08DB-5755-B505-351CF8F9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450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06654-78CA-1EF1-3D2D-E1133928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3D2926-4A03-E086-2018-D07CCE361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EEE8AD-EB60-3444-0F42-B20FEE77B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2E4BD9-DF8E-1DF0-990E-A18A5E9D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292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8EEF40-3ED8-6597-B185-3D8589C4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9DBDC4-7703-E005-71E3-30B71E0B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661BA-081C-2B42-18D4-B3D74B0D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307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0CDAA-4A61-18C4-5362-6988A5E8D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1550B5-9F76-0C21-273F-BBD920904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7CD1A4-69BE-3FCD-1D7D-A4FB0BF79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CF5D97-422F-BF2C-A83A-98F911EC3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36F5AB-8371-1B69-9682-06B3805B8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487FA3-1312-C670-B48C-C70DAA417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963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1F5159-EAEC-5767-BA57-798B0979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7B141F-9408-2A84-9FDB-4D4E272AB5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A33117-7096-6F64-9877-F97EC5ED3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581998-665D-9955-32F7-C60A24D76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43046F-0431-BF03-6F50-3458CC13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A17BD3-1B84-133D-4D94-8CF532F61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46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CCC09-177E-DB89-A9EC-175D312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2EA967-09B5-39F6-6632-821429C06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447920-04A2-3485-2D27-C1BFD8D33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797719-9FF1-8A5C-F032-22E1DFC9B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DE7575-C673-8255-ED3D-A7BF9B2A7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321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801B86-99D7-3A42-F7E7-876666326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494E0F-117D-E548-B5D7-941A4E119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561973-F2F2-890A-62B8-E663833F8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086BFA-62CF-D511-2706-3C8D2723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927EA0-EE98-7C7F-9D29-C99410C75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08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0D338C-82E3-28B4-7532-0C7938C09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FA0EB-D4B0-F06C-E192-8D52FD6DA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F86187-8D52-5FA3-5894-F53617AD9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4A407-E8B5-48E4-BC08-D7F0A904B881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8FE55E-20F3-B2AE-AFC0-7F8E812AF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41477D-6FFC-F5D9-106C-AEF14882D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72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6CD5A79-C588-DD9F-45CB-D02E120392EA}"/>
              </a:ext>
            </a:extLst>
          </p:cNvPr>
          <p:cNvSpPr/>
          <p:nvPr/>
        </p:nvSpPr>
        <p:spPr>
          <a:xfrm>
            <a:off x="691320" y="3338332"/>
            <a:ext cx="1231901" cy="5334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98E70A-9418-038D-4EFA-FDB9A9AB51C4}"/>
              </a:ext>
            </a:extLst>
          </p:cNvPr>
          <p:cNvSpPr txBox="1"/>
          <p:nvPr/>
        </p:nvSpPr>
        <p:spPr>
          <a:xfrm>
            <a:off x="1120672" y="3405125"/>
            <a:ext cx="636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Task</a:t>
            </a:r>
            <a:endParaRPr lang="zh-CN" altLang="en-US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1028" name="Picture 4" descr="Checklist - Free interface icons">
            <a:extLst>
              <a:ext uri="{FF2B5EF4-FFF2-40B4-BE49-F238E27FC236}">
                <a16:creationId xmlns:a16="http://schemas.microsoft.com/office/drawing/2014/main" id="{D0D1407D-86A1-280D-041B-963CBF9B7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75" y="3400694"/>
            <a:ext cx="408676" cy="40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43D42B2-0856-68C8-63BF-8CEBB8EFF1A8}"/>
              </a:ext>
            </a:extLst>
          </p:cNvPr>
          <p:cNvSpPr/>
          <p:nvPr/>
        </p:nvSpPr>
        <p:spPr>
          <a:xfrm>
            <a:off x="2318907" y="3338332"/>
            <a:ext cx="1231901" cy="533400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CCCB3B-440A-5CC0-DCE6-9F7619518BDC}"/>
              </a:ext>
            </a:extLst>
          </p:cNvPr>
          <p:cNvSpPr txBox="1"/>
          <p:nvPr/>
        </p:nvSpPr>
        <p:spPr>
          <a:xfrm>
            <a:off x="2745265" y="3281866"/>
            <a:ext cx="793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Policy</a:t>
            </a:r>
          </a:p>
          <a:p>
            <a:pPr algn="ctr"/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Model</a:t>
            </a:r>
            <a:endParaRPr lang="zh-CN" altLang="en-US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2BACA7-4B75-3191-1E2A-B5589592A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238" y="3377744"/>
            <a:ext cx="454577" cy="454577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074E0B3-8C33-7A92-8715-73C00819501E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923221" y="3605032"/>
            <a:ext cx="395686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752279B-B612-FCBF-9CD5-61195FB5E533}"/>
              </a:ext>
            </a:extLst>
          </p:cNvPr>
          <p:cNvSpPr>
            <a:spLocks/>
          </p:cNvSpPr>
          <p:nvPr/>
        </p:nvSpPr>
        <p:spPr>
          <a:xfrm>
            <a:off x="4212772" y="2400630"/>
            <a:ext cx="571500" cy="349849"/>
          </a:xfrm>
          <a:prstGeom prst="roundRect">
            <a:avLst/>
          </a:prstGeom>
          <a:solidFill>
            <a:schemeClr val="accent5">
              <a:alpha val="6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33B9A5E-459D-729E-5D3F-7DF7FC100AC3}"/>
              </a:ext>
            </a:extLst>
          </p:cNvPr>
          <p:cNvSpPr>
            <a:spLocks/>
          </p:cNvSpPr>
          <p:nvPr/>
        </p:nvSpPr>
        <p:spPr>
          <a:xfrm>
            <a:off x="5018315" y="2400630"/>
            <a:ext cx="571500" cy="349849"/>
          </a:xfrm>
          <a:prstGeom prst="roundRect">
            <a:avLst/>
          </a:prstGeom>
          <a:solidFill>
            <a:schemeClr val="accent5">
              <a:alpha val="6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1E6DFA3-D07A-4F36-BE52-DF2F67FC63D1}"/>
              </a:ext>
            </a:extLst>
          </p:cNvPr>
          <p:cNvSpPr>
            <a:spLocks/>
          </p:cNvSpPr>
          <p:nvPr/>
        </p:nvSpPr>
        <p:spPr>
          <a:xfrm>
            <a:off x="6348221" y="2400630"/>
            <a:ext cx="571500" cy="349849"/>
          </a:xfrm>
          <a:prstGeom prst="roundRect">
            <a:avLst/>
          </a:prstGeom>
          <a:solidFill>
            <a:schemeClr val="accent5">
              <a:alpha val="6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N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BF27DF64-5B0C-6F93-D216-8F4D57C8961D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 flipV="1">
            <a:off x="3550808" y="2575555"/>
            <a:ext cx="661964" cy="1029477"/>
          </a:xfrm>
          <a:prstGeom prst="curved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51AA369E-BD3D-3B72-052E-9CCE45831FAE}"/>
              </a:ext>
            </a:extLst>
          </p:cNvPr>
          <p:cNvCxnSpPr>
            <a:cxnSpLocks/>
            <a:stCxn id="6" idx="3"/>
            <a:endCxn id="1053" idx="1"/>
          </p:cNvCxnSpPr>
          <p:nvPr/>
        </p:nvCxnSpPr>
        <p:spPr>
          <a:xfrm>
            <a:off x="3550808" y="3605032"/>
            <a:ext cx="661964" cy="317723"/>
          </a:xfrm>
          <a:prstGeom prst="curved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F46D4E5-DA24-1F1B-C2F0-82F3CDC595A5}"/>
              </a:ext>
            </a:extLst>
          </p:cNvPr>
          <p:cNvCxnSpPr>
            <a:cxnSpLocks/>
          </p:cNvCxnSpPr>
          <p:nvPr/>
        </p:nvCxnSpPr>
        <p:spPr>
          <a:xfrm>
            <a:off x="4784272" y="2571832"/>
            <a:ext cx="234043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82BB1A0-9130-78D2-B12B-41F14FFD96BE}"/>
              </a:ext>
            </a:extLst>
          </p:cNvPr>
          <p:cNvCxnSpPr>
            <a:cxnSpLocks/>
            <a:stCxn id="16" idx="3"/>
            <a:endCxn id="53" idx="1"/>
          </p:cNvCxnSpPr>
          <p:nvPr/>
        </p:nvCxnSpPr>
        <p:spPr>
          <a:xfrm flipV="1">
            <a:off x="5589815" y="2575554"/>
            <a:ext cx="186906" cy="1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C44A2404-9CE4-35A8-3272-3355BC66BBE8}"/>
                  </a:ext>
                </a:extLst>
              </p:cNvPr>
              <p:cNvSpPr txBox="1"/>
              <p:nvPr/>
            </p:nvSpPr>
            <p:spPr>
              <a:xfrm>
                <a:off x="5776721" y="2444677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C44A2404-9CE4-35A8-3272-3355BC66B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721" y="2444677"/>
                <a:ext cx="409086" cy="2617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B0BD90FE-37A4-AD90-0DCF-05414392226D}"/>
              </a:ext>
            </a:extLst>
          </p:cNvPr>
          <p:cNvCxnSpPr>
            <a:cxnSpLocks/>
            <a:stCxn id="53" idx="3"/>
            <a:endCxn id="17" idx="1"/>
          </p:cNvCxnSpPr>
          <p:nvPr/>
        </p:nvCxnSpPr>
        <p:spPr>
          <a:xfrm>
            <a:off x="6185807" y="2575554"/>
            <a:ext cx="162414" cy="1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Picture 12" descr="Feedback - Free user icons">
            <a:extLst>
              <a:ext uri="{FF2B5EF4-FFF2-40B4-BE49-F238E27FC236}">
                <a16:creationId xmlns:a16="http://schemas.microsoft.com/office/drawing/2014/main" id="{CE343474-433B-8A7B-733C-88EA185E6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40" y="1663377"/>
            <a:ext cx="415143" cy="41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7" name="world_22002">
            <a:extLst>
              <a:ext uri="{FF2B5EF4-FFF2-40B4-BE49-F238E27FC236}">
                <a16:creationId xmlns:a16="http://schemas.microsoft.com/office/drawing/2014/main" id="{0ECB6724-08BE-D166-DA71-31BF4FEF8CE8}"/>
              </a:ext>
            </a:extLst>
          </p:cNvPr>
          <p:cNvSpPr/>
          <p:nvPr/>
        </p:nvSpPr>
        <p:spPr>
          <a:xfrm>
            <a:off x="3655301" y="1287624"/>
            <a:ext cx="303960" cy="304409"/>
          </a:xfrm>
          <a:custGeom>
            <a:avLst/>
            <a:gdLst>
              <a:gd name="T0" fmla="*/ 716 w 1432"/>
              <a:gd name="T1" fmla="*/ 0 h 1432"/>
              <a:gd name="T2" fmla="*/ 523 w 1432"/>
              <a:gd name="T3" fmla="*/ 26 h 1432"/>
              <a:gd name="T4" fmla="*/ 0 w 1432"/>
              <a:gd name="T5" fmla="*/ 716 h 1432"/>
              <a:gd name="T6" fmla="*/ 907 w 1432"/>
              <a:gd name="T7" fmla="*/ 1405 h 1432"/>
              <a:gd name="T8" fmla="*/ 910 w 1432"/>
              <a:gd name="T9" fmla="*/ 1404 h 1432"/>
              <a:gd name="T10" fmla="*/ 71 w 1432"/>
              <a:gd name="T11" fmla="*/ 751 h 1432"/>
              <a:gd name="T12" fmla="*/ 356 w 1432"/>
              <a:gd name="T13" fmla="*/ 976 h 1432"/>
              <a:gd name="T14" fmla="*/ 71 w 1432"/>
              <a:gd name="T15" fmla="*/ 751 h 1432"/>
              <a:gd name="T16" fmla="*/ 1102 w 1432"/>
              <a:gd name="T17" fmla="*/ 681 h 1432"/>
              <a:gd name="T18" fmla="*/ 1307 w 1432"/>
              <a:gd name="T19" fmla="*/ 455 h 1432"/>
              <a:gd name="T20" fmla="*/ 1033 w 1432"/>
              <a:gd name="T21" fmla="*/ 681 h 1432"/>
              <a:gd name="T22" fmla="*/ 751 w 1432"/>
              <a:gd name="T23" fmla="*/ 455 h 1432"/>
              <a:gd name="T24" fmla="*/ 1033 w 1432"/>
              <a:gd name="T25" fmla="*/ 681 h 1432"/>
              <a:gd name="T26" fmla="*/ 751 w 1432"/>
              <a:gd name="T27" fmla="*/ 71 h 1432"/>
              <a:gd name="T28" fmla="*/ 987 w 1432"/>
              <a:gd name="T29" fmla="*/ 386 h 1432"/>
              <a:gd name="T30" fmla="*/ 681 w 1432"/>
              <a:gd name="T31" fmla="*/ 386 h 1432"/>
              <a:gd name="T32" fmla="*/ 567 w 1432"/>
              <a:gd name="T33" fmla="*/ 87 h 1432"/>
              <a:gd name="T34" fmla="*/ 681 w 1432"/>
              <a:gd name="T35" fmla="*/ 386 h 1432"/>
              <a:gd name="T36" fmla="*/ 681 w 1432"/>
              <a:gd name="T37" fmla="*/ 681 h 1432"/>
              <a:gd name="T38" fmla="*/ 423 w 1432"/>
              <a:gd name="T39" fmla="*/ 455 h 1432"/>
              <a:gd name="T40" fmla="*/ 328 w 1432"/>
              <a:gd name="T41" fmla="*/ 681 h 1432"/>
              <a:gd name="T42" fmla="*/ 125 w 1432"/>
              <a:gd name="T43" fmla="*/ 455 h 1432"/>
              <a:gd name="T44" fmla="*/ 328 w 1432"/>
              <a:gd name="T45" fmla="*/ 681 h 1432"/>
              <a:gd name="T46" fmla="*/ 681 w 1432"/>
              <a:gd name="T47" fmla="*/ 751 h 1432"/>
              <a:gd name="T48" fmla="*/ 427 w 1432"/>
              <a:gd name="T49" fmla="*/ 976 h 1432"/>
              <a:gd name="T50" fmla="*/ 681 w 1432"/>
              <a:gd name="T51" fmla="*/ 1046 h 1432"/>
              <a:gd name="T52" fmla="*/ 582 w 1432"/>
              <a:gd name="T53" fmla="*/ 1348 h 1432"/>
              <a:gd name="T54" fmla="*/ 681 w 1432"/>
              <a:gd name="T55" fmla="*/ 1046 h 1432"/>
              <a:gd name="T56" fmla="*/ 992 w 1432"/>
              <a:gd name="T57" fmla="*/ 1046 h 1432"/>
              <a:gd name="T58" fmla="*/ 751 w 1432"/>
              <a:gd name="T59" fmla="*/ 1360 h 1432"/>
              <a:gd name="T60" fmla="*/ 751 w 1432"/>
              <a:gd name="T61" fmla="*/ 1046 h 1432"/>
              <a:gd name="T62" fmla="*/ 751 w 1432"/>
              <a:gd name="T63" fmla="*/ 751 h 1432"/>
              <a:gd name="T64" fmla="*/ 1009 w 1432"/>
              <a:gd name="T65" fmla="*/ 976 h 1432"/>
              <a:gd name="T66" fmla="*/ 1103 w 1432"/>
              <a:gd name="T67" fmla="*/ 751 h 1432"/>
              <a:gd name="T68" fmla="*/ 1307 w 1432"/>
              <a:gd name="T69" fmla="*/ 976 h 1432"/>
              <a:gd name="T70" fmla="*/ 1103 w 1432"/>
              <a:gd name="T71" fmla="*/ 751 h 1432"/>
              <a:gd name="T72" fmla="*/ 1059 w 1432"/>
              <a:gd name="T73" fmla="*/ 386 h 1432"/>
              <a:gd name="T74" fmla="*/ 1270 w 1432"/>
              <a:gd name="T75" fmla="*/ 386 h 1432"/>
              <a:gd name="T76" fmla="*/ 368 w 1432"/>
              <a:gd name="T77" fmla="*/ 386 h 1432"/>
              <a:gd name="T78" fmla="*/ 470 w 1432"/>
              <a:gd name="T79" fmla="*/ 118 h 1432"/>
              <a:gd name="T80" fmla="*/ 373 w 1432"/>
              <a:gd name="T81" fmla="*/ 1046 h 1432"/>
              <a:gd name="T82" fmla="*/ 161 w 1432"/>
              <a:gd name="T83" fmla="*/ 1046 h 1432"/>
              <a:gd name="T84" fmla="*/ 1064 w 1432"/>
              <a:gd name="T85" fmla="*/ 1046 h 1432"/>
              <a:gd name="T86" fmla="*/ 962 w 1432"/>
              <a:gd name="T87" fmla="*/ 1313 h 1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432" h="1432">
                <a:moveTo>
                  <a:pt x="1432" y="716"/>
                </a:moveTo>
                <a:cubicBezTo>
                  <a:pt x="1432" y="321"/>
                  <a:pt x="1110" y="0"/>
                  <a:pt x="716" y="0"/>
                </a:cubicBezTo>
                <a:cubicBezTo>
                  <a:pt x="649" y="0"/>
                  <a:pt x="585" y="10"/>
                  <a:pt x="524" y="27"/>
                </a:cubicBezTo>
                <a:lnTo>
                  <a:pt x="523" y="26"/>
                </a:lnTo>
                <a:cubicBezTo>
                  <a:pt x="522" y="26"/>
                  <a:pt x="522" y="27"/>
                  <a:pt x="522" y="27"/>
                </a:cubicBezTo>
                <a:cubicBezTo>
                  <a:pt x="221" y="112"/>
                  <a:pt x="0" y="388"/>
                  <a:pt x="0" y="716"/>
                </a:cubicBezTo>
                <a:cubicBezTo>
                  <a:pt x="0" y="1110"/>
                  <a:pt x="321" y="1432"/>
                  <a:pt x="716" y="1432"/>
                </a:cubicBezTo>
                <a:cubicBezTo>
                  <a:pt x="782" y="1432"/>
                  <a:pt x="846" y="1422"/>
                  <a:pt x="907" y="1405"/>
                </a:cubicBezTo>
                <a:lnTo>
                  <a:pt x="909" y="1406"/>
                </a:lnTo>
                <a:cubicBezTo>
                  <a:pt x="909" y="1405"/>
                  <a:pt x="909" y="1405"/>
                  <a:pt x="910" y="1404"/>
                </a:cubicBezTo>
                <a:cubicBezTo>
                  <a:pt x="1210" y="1319"/>
                  <a:pt x="1432" y="1043"/>
                  <a:pt x="1432" y="716"/>
                </a:cubicBezTo>
                <a:close/>
                <a:moveTo>
                  <a:pt x="71" y="751"/>
                </a:moveTo>
                <a:lnTo>
                  <a:pt x="329" y="751"/>
                </a:lnTo>
                <a:cubicBezTo>
                  <a:pt x="332" y="827"/>
                  <a:pt x="340" y="903"/>
                  <a:pt x="356" y="976"/>
                </a:cubicBezTo>
                <a:lnTo>
                  <a:pt x="125" y="976"/>
                </a:lnTo>
                <a:cubicBezTo>
                  <a:pt x="94" y="907"/>
                  <a:pt x="75" y="831"/>
                  <a:pt x="71" y="751"/>
                </a:cubicBezTo>
                <a:close/>
                <a:moveTo>
                  <a:pt x="1360" y="681"/>
                </a:moveTo>
                <a:lnTo>
                  <a:pt x="1102" y="681"/>
                </a:lnTo>
                <a:cubicBezTo>
                  <a:pt x="1100" y="604"/>
                  <a:pt x="1091" y="528"/>
                  <a:pt x="1076" y="455"/>
                </a:cubicBezTo>
                <a:lnTo>
                  <a:pt x="1307" y="455"/>
                </a:lnTo>
                <a:cubicBezTo>
                  <a:pt x="1338" y="525"/>
                  <a:pt x="1356" y="601"/>
                  <a:pt x="1360" y="681"/>
                </a:cubicBezTo>
                <a:close/>
                <a:moveTo>
                  <a:pt x="1033" y="681"/>
                </a:moveTo>
                <a:lnTo>
                  <a:pt x="751" y="681"/>
                </a:lnTo>
                <a:lnTo>
                  <a:pt x="751" y="455"/>
                </a:lnTo>
                <a:lnTo>
                  <a:pt x="1005" y="455"/>
                </a:lnTo>
                <a:cubicBezTo>
                  <a:pt x="1021" y="528"/>
                  <a:pt x="1030" y="604"/>
                  <a:pt x="1033" y="681"/>
                </a:cubicBezTo>
                <a:close/>
                <a:moveTo>
                  <a:pt x="751" y="386"/>
                </a:moveTo>
                <a:lnTo>
                  <a:pt x="751" y="71"/>
                </a:lnTo>
                <a:cubicBezTo>
                  <a:pt x="784" y="73"/>
                  <a:pt x="817" y="77"/>
                  <a:pt x="850" y="84"/>
                </a:cubicBezTo>
                <a:cubicBezTo>
                  <a:pt x="910" y="177"/>
                  <a:pt x="956" y="278"/>
                  <a:pt x="987" y="386"/>
                </a:cubicBezTo>
                <a:lnTo>
                  <a:pt x="751" y="386"/>
                </a:lnTo>
                <a:close/>
                <a:moveTo>
                  <a:pt x="681" y="386"/>
                </a:moveTo>
                <a:lnTo>
                  <a:pt x="439" y="386"/>
                </a:lnTo>
                <a:cubicBezTo>
                  <a:pt x="468" y="280"/>
                  <a:pt x="511" y="180"/>
                  <a:pt x="567" y="87"/>
                </a:cubicBezTo>
                <a:cubicBezTo>
                  <a:pt x="604" y="79"/>
                  <a:pt x="642" y="73"/>
                  <a:pt x="681" y="71"/>
                </a:cubicBezTo>
                <a:lnTo>
                  <a:pt x="681" y="386"/>
                </a:lnTo>
                <a:close/>
                <a:moveTo>
                  <a:pt x="681" y="455"/>
                </a:moveTo>
                <a:lnTo>
                  <a:pt x="681" y="681"/>
                </a:lnTo>
                <a:lnTo>
                  <a:pt x="398" y="681"/>
                </a:lnTo>
                <a:cubicBezTo>
                  <a:pt x="399" y="604"/>
                  <a:pt x="407" y="528"/>
                  <a:pt x="423" y="455"/>
                </a:cubicBezTo>
                <a:lnTo>
                  <a:pt x="681" y="455"/>
                </a:lnTo>
                <a:close/>
                <a:moveTo>
                  <a:pt x="328" y="681"/>
                </a:moveTo>
                <a:lnTo>
                  <a:pt x="71" y="681"/>
                </a:lnTo>
                <a:cubicBezTo>
                  <a:pt x="75" y="601"/>
                  <a:pt x="94" y="525"/>
                  <a:pt x="125" y="455"/>
                </a:cubicBezTo>
                <a:lnTo>
                  <a:pt x="352" y="455"/>
                </a:lnTo>
                <a:cubicBezTo>
                  <a:pt x="338" y="529"/>
                  <a:pt x="330" y="604"/>
                  <a:pt x="328" y="681"/>
                </a:cubicBezTo>
                <a:close/>
                <a:moveTo>
                  <a:pt x="399" y="751"/>
                </a:moveTo>
                <a:lnTo>
                  <a:pt x="681" y="751"/>
                </a:lnTo>
                <a:lnTo>
                  <a:pt x="681" y="976"/>
                </a:lnTo>
                <a:lnTo>
                  <a:pt x="427" y="976"/>
                </a:lnTo>
                <a:cubicBezTo>
                  <a:pt x="410" y="903"/>
                  <a:pt x="401" y="828"/>
                  <a:pt x="399" y="751"/>
                </a:cubicBezTo>
                <a:close/>
                <a:moveTo>
                  <a:pt x="681" y="1046"/>
                </a:moveTo>
                <a:lnTo>
                  <a:pt x="681" y="1360"/>
                </a:lnTo>
                <a:cubicBezTo>
                  <a:pt x="647" y="1358"/>
                  <a:pt x="614" y="1355"/>
                  <a:pt x="582" y="1348"/>
                </a:cubicBezTo>
                <a:cubicBezTo>
                  <a:pt x="522" y="1255"/>
                  <a:pt x="476" y="1153"/>
                  <a:pt x="445" y="1046"/>
                </a:cubicBezTo>
                <a:lnTo>
                  <a:pt x="681" y="1046"/>
                </a:lnTo>
                <a:close/>
                <a:moveTo>
                  <a:pt x="751" y="1046"/>
                </a:moveTo>
                <a:lnTo>
                  <a:pt x="992" y="1046"/>
                </a:lnTo>
                <a:cubicBezTo>
                  <a:pt x="964" y="1151"/>
                  <a:pt x="921" y="1252"/>
                  <a:pt x="865" y="1344"/>
                </a:cubicBezTo>
                <a:cubicBezTo>
                  <a:pt x="828" y="1353"/>
                  <a:pt x="790" y="1358"/>
                  <a:pt x="751" y="1360"/>
                </a:cubicBezTo>
                <a:lnTo>
                  <a:pt x="751" y="1046"/>
                </a:lnTo>
                <a:lnTo>
                  <a:pt x="751" y="1046"/>
                </a:lnTo>
                <a:close/>
                <a:moveTo>
                  <a:pt x="751" y="976"/>
                </a:moveTo>
                <a:lnTo>
                  <a:pt x="751" y="751"/>
                </a:lnTo>
                <a:lnTo>
                  <a:pt x="1034" y="751"/>
                </a:lnTo>
                <a:cubicBezTo>
                  <a:pt x="1032" y="827"/>
                  <a:pt x="1024" y="903"/>
                  <a:pt x="1009" y="976"/>
                </a:cubicBezTo>
                <a:lnTo>
                  <a:pt x="751" y="976"/>
                </a:lnTo>
                <a:close/>
                <a:moveTo>
                  <a:pt x="1103" y="751"/>
                </a:moveTo>
                <a:lnTo>
                  <a:pt x="1360" y="751"/>
                </a:lnTo>
                <a:cubicBezTo>
                  <a:pt x="1356" y="831"/>
                  <a:pt x="1338" y="907"/>
                  <a:pt x="1307" y="976"/>
                </a:cubicBezTo>
                <a:lnTo>
                  <a:pt x="1079" y="976"/>
                </a:lnTo>
                <a:cubicBezTo>
                  <a:pt x="1094" y="903"/>
                  <a:pt x="1102" y="827"/>
                  <a:pt x="1103" y="751"/>
                </a:cubicBezTo>
                <a:close/>
                <a:moveTo>
                  <a:pt x="1270" y="386"/>
                </a:moveTo>
                <a:lnTo>
                  <a:pt x="1059" y="386"/>
                </a:lnTo>
                <a:cubicBezTo>
                  <a:pt x="1033" y="290"/>
                  <a:pt x="996" y="199"/>
                  <a:pt x="949" y="114"/>
                </a:cubicBezTo>
                <a:cubicBezTo>
                  <a:pt x="1084" y="166"/>
                  <a:pt x="1197" y="263"/>
                  <a:pt x="1270" y="386"/>
                </a:cubicBezTo>
                <a:close/>
                <a:moveTo>
                  <a:pt x="470" y="118"/>
                </a:moveTo>
                <a:cubicBezTo>
                  <a:pt x="425" y="203"/>
                  <a:pt x="392" y="292"/>
                  <a:pt x="368" y="386"/>
                </a:cubicBezTo>
                <a:lnTo>
                  <a:pt x="161" y="386"/>
                </a:lnTo>
                <a:cubicBezTo>
                  <a:pt x="232" y="267"/>
                  <a:pt x="340" y="172"/>
                  <a:pt x="470" y="118"/>
                </a:cubicBezTo>
                <a:close/>
                <a:moveTo>
                  <a:pt x="161" y="1046"/>
                </a:moveTo>
                <a:lnTo>
                  <a:pt x="373" y="1046"/>
                </a:lnTo>
                <a:cubicBezTo>
                  <a:pt x="399" y="1141"/>
                  <a:pt x="435" y="1232"/>
                  <a:pt x="483" y="1318"/>
                </a:cubicBezTo>
                <a:cubicBezTo>
                  <a:pt x="348" y="1265"/>
                  <a:pt x="235" y="1169"/>
                  <a:pt x="161" y="1046"/>
                </a:cubicBezTo>
                <a:close/>
                <a:moveTo>
                  <a:pt x="962" y="1313"/>
                </a:moveTo>
                <a:cubicBezTo>
                  <a:pt x="1006" y="1229"/>
                  <a:pt x="1040" y="1139"/>
                  <a:pt x="1064" y="1046"/>
                </a:cubicBezTo>
                <a:lnTo>
                  <a:pt x="1270" y="1046"/>
                </a:lnTo>
                <a:cubicBezTo>
                  <a:pt x="1199" y="1165"/>
                  <a:pt x="1091" y="1260"/>
                  <a:pt x="962" y="1313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矩形: 圆角 1047">
            <a:extLst>
              <a:ext uri="{FF2B5EF4-FFF2-40B4-BE49-F238E27FC236}">
                <a16:creationId xmlns:a16="http://schemas.microsoft.com/office/drawing/2014/main" id="{8148CAC5-92FE-126D-44F3-A95EDD2F7ED0}"/>
              </a:ext>
            </a:extLst>
          </p:cNvPr>
          <p:cNvSpPr/>
          <p:nvPr/>
        </p:nvSpPr>
        <p:spPr>
          <a:xfrm>
            <a:off x="3578678" y="1191985"/>
            <a:ext cx="3672085" cy="94918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1049" name="文本框 1048">
            <a:extLst>
              <a:ext uri="{FF2B5EF4-FFF2-40B4-BE49-F238E27FC236}">
                <a16:creationId xmlns:a16="http://schemas.microsoft.com/office/drawing/2014/main" id="{0AFC723F-ED21-EA90-E678-E2D6CA8A3299}"/>
              </a:ext>
            </a:extLst>
          </p:cNvPr>
          <p:cNvSpPr txBox="1"/>
          <p:nvPr/>
        </p:nvSpPr>
        <p:spPr>
          <a:xfrm>
            <a:off x="4040351" y="1187432"/>
            <a:ext cx="32948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Language Feedback or Observation </a:t>
            </a:r>
          </a:p>
          <a:p>
            <a:pPr algn="ctr"/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From User/Environment</a:t>
            </a:r>
            <a:endParaRPr lang="zh-CN" altLang="en-US" sz="16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53" name="矩形: 圆角 1052">
            <a:extLst>
              <a:ext uri="{FF2B5EF4-FFF2-40B4-BE49-F238E27FC236}">
                <a16:creationId xmlns:a16="http://schemas.microsoft.com/office/drawing/2014/main" id="{01E6E1DE-CE09-AD6E-08AA-CA6E0019BAE7}"/>
              </a:ext>
            </a:extLst>
          </p:cNvPr>
          <p:cNvSpPr>
            <a:spLocks/>
          </p:cNvSpPr>
          <p:nvPr/>
        </p:nvSpPr>
        <p:spPr>
          <a:xfrm>
            <a:off x="4212772" y="3747830"/>
            <a:ext cx="571500" cy="349849"/>
          </a:xfrm>
          <a:prstGeom prst="roundRect">
            <a:avLst/>
          </a:prstGeom>
          <a:solidFill>
            <a:schemeClr val="accent5">
              <a:alpha val="6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54" name="矩形: 圆角 1053">
            <a:extLst>
              <a:ext uri="{FF2B5EF4-FFF2-40B4-BE49-F238E27FC236}">
                <a16:creationId xmlns:a16="http://schemas.microsoft.com/office/drawing/2014/main" id="{C51FAB1A-F869-1F69-E1A4-841F60AB8093}"/>
              </a:ext>
            </a:extLst>
          </p:cNvPr>
          <p:cNvSpPr>
            <a:spLocks/>
          </p:cNvSpPr>
          <p:nvPr/>
        </p:nvSpPr>
        <p:spPr>
          <a:xfrm>
            <a:off x="5018315" y="3747830"/>
            <a:ext cx="571500" cy="349849"/>
          </a:xfrm>
          <a:prstGeom prst="roundRect">
            <a:avLst/>
          </a:prstGeom>
          <a:solidFill>
            <a:schemeClr val="accent5">
              <a:alpha val="6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55" name="矩形: 圆角 1054">
            <a:extLst>
              <a:ext uri="{FF2B5EF4-FFF2-40B4-BE49-F238E27FC236}">
                <a16:creationId xmlns:a16="http://schemas.microsoft.com/office/drawing/2014/main" id="{3BB6DC94-44A1-8A62-E0FE-4AF1FBE8EF53}"/>
              </a:ext>
            </a:extLst>
          </p:cNvPr>
          <p:cNvSpPr>
            <a:spLocks/>
          </p:cNvSpPr>
          <p:nvPr/>
        </p:nvSpPr>
        <p:spPr>
          <a:xfrm>
            <a:off x="6348221" y="3747830"/>
            <a:ext cx="571500" cy="349849"/>
          </a:xfrm>
          <a:prstGeom prst="roundRect">
            <a:avLst/>
          </a:prstGeom>
          <a:solidFill>
            <a:schemeClr val="accent5">
              <a:alpha val="6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N’’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056" name="直接箭头连接符 1055">
            <a:extLst>
              <a:ext uri="{FF2B5EF4-FFF2-40B4-BE49-F238E27FC236}">
                <a16:creationId xmlns:a16="http://schemas.microsoft.com/office/drawing/2014/main" id="{B7B84907-69ED-7B1F-32ED-C159C2CF2F04}"/>
              </a:ext>
            </a:extLst>
          </p:cNvPr>
          <p:cNvCxnSpPr>
            <a:cxnSpLocks/>
          </p:cNvCxnSpPr>
          <p:nvPr/>
        </p:nvCxnSpPr>
        <p:spPr>
          <a:xfrm>
            <a:off x="4784272" y="3919032"/>
            <a:ext cx="234043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直接箭头连接符 1056">
            <a:extLst>
              <a:ext uri="{FF2B5EF4-FFF2-40B4-BE49-F238E27FC236}">
                <a16:creationId xmlns:a16="http://schemas.microsoft.com/office/drawing/2014/main" id="{DC61A12D-78ED-9970-1EAC-4AD9607AADF7}"/>
              </a:ext>
            </a:extLst>
          </p:cNvPr>
          <p:cNvCxnSpPr>
            <a:cxnSpLocks/>
            <a:stCxn id="1054" idx="3"/>
            <a:endCxn id="1058" idx="1"/>
          </p:cNvCxnSpPr>
          <p:nvPr/>
        </p:nvCxnSpPr>
        <p:spPr>
          <a:xfrm flipV="1">
            <a:off x="5589815" y="3922754"/>
            <a:ext cx="186906" cy="1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58" name="文本框 1057">
                <a:extLst>
                  <a:ext uri="{FF2B5EF4-FFF2-40B4-BE49-F238E27FC236}">
                    <a16:creationId xmlns:a16="http://schemas.microsoft.com/office/drawing/2014/main" id="{1548423F-7CDE-2287-B93C-1DF4711819CD}"/>
                  </a:ext>
                </a:extLst>
              </p:cNvPr>
              <p:cNvSpPr txBox="1"/>
              <p:nvPr/>
            </p:nvSpPr>
            <p:spPr>
              <a:xfrm>
                <a:off x="5776721" y="3791877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58" name="文本框 1057">
                <a:extLst>
                  <a:ext uri="{FF2B5EF4-FFF2-40B4-BE49-F238E27FC236}">
                    <a16:creationId xmlns:a16="http://schemas.microsoft.com/office/drawing/2014/main" id="{1548423F-7CDE-2287-B93C-1DF471181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721" y="3791877"/>
                <a:ext cx="409086" cy="2617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9" name="直接箭头连接符 1058">
            <a:extLst>
              <a:ext uri="{FF2B5EF4-FFF2-40B4-BE49-F238E27FC236}">
                <a16:creationId xmlns:a16="http://schemas.microsoft.com/office/drawing/2014/main" id="{DF7F51D7-8778-3E87-8DC4-A91AF1936223}"/>
              </a:ext>
            </a:extLst>
          </p:cNvPr>
          <p:cNvCxnSpPr>
            <a:cxnSpLocks/>
            <a:stCxn id="1058" idx="3"/>
            <a:endCxn id="1055" idx="1"/>
          </p:cNvCxnSpPr>
          <p:nvPr/>
        </p:nvCxnSpPr>
        <p:spPr>
          <a:xfrm>
            <a:off x="6185807" y="3922754"/>
            <a:ext cx="162414" cy="1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直接连接符 1061">
            <a:extLst>
              <a:ext uri="{FF2B5EF4-FFF2-40B4-BE49-F238E27FC236}">
                <a16:creationId xmlns:a16="http://schemas.microsoft.com/office/drawing/2014/main" id="{310A54DF-A9DE-F7FF-D4D2-07E4B7CE5026}"/>
              </a:ext>
            </a:extLst>
          </p:cNvPr>
          <p:cNvCxnSpPr>
            <a:cxnSpLocks/>
            <a:stCxn id="1077" idx="2"/>
          </p:cNvCxnSpPr>
          <p:nvPr/>
        </p:nvCxnSpPr>
        <p:spPr>
          <a:xfrm flipH="1">
            <a:off x="5662296" y="2083069"/>
            <a:ext cx="73315" cy="488763"/>
          </a:xfrm>
          <a:prstGeom prst="line">
            <a:avLst/>
          </a:prstGeom>
          <a:ln w="158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直接连接符 1074">
            <a:extLst>
              <a:ext uri="{FF2B5EF4-FFF2-40B4-BE49-F238E27FC236}">
                <a16:creationId xmlns:a16="http://schemas.microsoft.com/office/drawing/2014/main" id="{963DA802-D9CB-7C68-69AF-D36572646C47}"/>
              </a:ext>
            </a:extLst>
          </p:cNvPr>
          <p:cNvCxnSpPr>
            <a:cxnSpLocks/>
            <a:stCxn id="1078" idx="2"/>
          </p:cNvCxnSpPr>
          <p:nvPr/>
        </p:nvCxnSpPr>
        <p:spPr>
          <a:xfrm flipH="1">
            <a:off x="6210168" y="2083069"/>
            <a:ext cx="481270" cy="488763"/>
          </a:xfrm>
          <a:prstGeom prst="line">
            <a:avLst/>
          </a:prstGeom>
          <a:ln w="158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直接连接符 1075">
            <a:extLst>
              <a:ext uri="{FF2B5EF4-FFF2-40B4-BE49-F238E27FC236}">
                <a16:creationId xmlns:a16="http://schemas.microsoft.com/office/drawing/2014/main" id="{587C383A-D6D4-D15F-7415-1B60191F9ACF}"/>
              </a:ext>
            </a:extLst>
          </p:cNvPr>
          <p:cNvCxnSpPr>
            <a:cxnSpLocks/>
            <a:stCxn id="1079" idx="2"/>
          </p:cNvCxnSpPr>
          <p:nvPr/>
        </p:nvCxnSpPr>
        <p:spPr>
          <a:xfrm>
            <a:off x="4640285" y="2083069"/>
            <a:ext cx="263605" cy="488763"/>
          </a:xfrm>
          <a:prstGeom prst="line">
            <a:avLst/>
          </a:prstGeom>
          <a:ln w="158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矩形: 圆角 1076">
            <a:extLst>
              <a:ext uri="{FF2B5EF4-FFF2-40B4-BE49-F238E27FC236}">
                <a16:creationId xmlns:a16="http://schemas.microsoft.com/office/drawing/2014/main" id="{220413A2-7644-5C39-FA9E-261A10B8A1C5}"/>
              </a:ext>
            </a:extLst>
          </p:cNvPr>
          <p:cNvSpPr>
            <a:spLocks/>
          </p:cNvSpPr>
          <p:nvPr/>
        </p:nvSpPr>
        <p:spPr>
          <a:xfrm>
            <a:off x="5306818" y="1733220"/>
            <a:ext cx="857585" cy="349849"/>
          </a:xfrm>
          <a:prstGeom prst="roundRect">
            <a:avLst/>
          </a:prstGeom>
          <a:solidFill>
            <a:schemeClr val="accent4">
              <a:alpha val="36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Too verbose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78" name="矩形: 圆角 1077">
            <a:extLst>
              <a:ext uri="{FF2B5EF4-FFF2-40B4-BE49-F238E27FC236}">
                <a16:creationId xmlns:a16="http://schemas.microsoft.com/office/drawing/2014/main" id="{7502ED11-2589-F44B-3C57-E48501C2BB50}"/>
              </a:ext>
            </a:extLst>
          </p:cNvPr>
          <p:cNvSpPr>
            <a:spLocks/>
          </p:cNvSpPr>
          <p:nvPr/>
        </p:nvSpPr>
        <p:spPr>
          <a:xfrm>
            <a:off x="6216253" y="1733220"/>
            <a:ext cx="950369" cy="349849"/>
          </a:xfrm>
          <a:prstGeom prst="roundRect">
            <a:avLst/>
          </a:prstGeom>
          <a:solidFill>
            <a:schemeClr val="accent4">
              <a:alpha val="36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Wrong format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79" name="矩形: 圆角 1078">
            <a:extLst>
              <a:ext uri="{FF2B5EF4-FFF2-40B4-BE49-F238E27FC236}">
                <a16:creationId xmlns:a16="http://schemas.microsoft.com/office/drawing/2014/main" id="{A15A8FB8-4EDF-3BB9-F280-2273778093E7}"/>
              </a:ext>
            </a:extLst>
          </p:cNvPr>
          <p:cNvSpPr>
            <a:spLocks/>
          </p:cNvSpPr>
          <p:nvPr/>
        </p:nvSpPr>
        <p:spPr>
          <a:xfrm>
            <a:off x="4035179" y="1733220"/>
            <a:ext cx="1210211" cy="349849"/>
          </a:xfrm>
          <a:prstGeom prst="roundRect">
            <a:avLst/>
          </a:prstGeom>
          <a:solidFill>
            <a:schemeClr val="accent4">
              <a:alpha val="36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Item details: [...]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086" name="矩形: 圆角 1085">
            <a:extLst>
              <a:ext uri="{FF2B5EF4-FFF2-40B4-BE49-F238E27FC236}">
                <a16:creationId xmlns:a16="http://schemas.microsoft.com/office/drawing/2014/main" id="{765ED9B1-2365-086B-65A7-E4E87CDDF573}"/>
              </a:ext>
            </a:extLst>
          </p:cNvPr>
          <p:cNvSpPr/>
          <p:nvPr/>
        </p:nvSpPr>
        <p:spPr>
          <a:xfrm>
            <a:off x="5930890" y="2794275"/>
            <a:ext cx="1001529" cy="315876"/>
          </a:xfrm>
          <a:prstGeom prst="roundRect">
            <a:avLst/>
          </a:prstGeom>
          <a:solidFill>
            <a:schemeClr val="bg2">
              <a:lumMod val="50000"/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Reflect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09" name="思想气泡: 云 1108">
            <a:extLst>
              <a:ext uri="{FF2B5EF4-FFF2-40B4-BE49-F238E27FC236}">
                <a16:creationId xmlns:a16="http://schemas.microsoft.com/office/drawing/2014/main" id="{B69819D7-5C04-B558-22F4-69EE5EDCBEBD}"/>
              </a:ext>
            </a:extLst>
          </p:cNvPr>
          <p:cNvSpPr/>
          <p:nvPr/>
        </p:nvSpPr>
        <p:spPr>
          <a:xfrm>
            <a:off x="7268647" y="1187432"/>
            <a:ext cx="2048288" cy="1023299"/>
          </a:xfrm>
          <a:prstGeom prst="cloudCallout">
            <a:avLst>
              <a:gd name="adj1" fmla="val -66166"/>
              <a:gd name="adj2" fmla="val 115133"/>
            </a:avLst>
          </a:prstGeom>
          <a:solidFill>
            <a:schemeClr val="accent1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err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4" name="文本框 1113">
            <a:extLst>
              <a:ext uri="{FF2B5EF4-FFF2-40B4-BE49-F238E27FC236}">
                <a16:creationId xmlns:a16="http://schemas.microsoft.com/office/drawing/2014/main" id="{D5AC38F3-1380-937F-0DFE-74D9D5A45023}"/>
              </a:ext>
            </a:extLst>
          </p:cNvPr>
          <p:cNvSpPr txBox="1"/>
          <p:nvPr/>
        </p:nvSpPr>
        <p:spPr>
          <a:xfrm>
            <a:off x="7281842" y="1356522"/>
            <a:ext cx="183077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Cambria" panose="02040503050406030204" pitchFamily="18" charset="0"/>
                <a:ea typeface="Cambria" panose="02040503050406030204" pitchFamily="18" charset="0"/>
              </a:rPr>
              <a:t>Turn 2 too verbose. I should use concise style and strict JSON output. </a:t>
            </a:r>
            <a:endParaRPr lang="zh-CN" altLang="en-US" sz="11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1116" name="连接符: 肘形 1115">
            <a:extLst>
              <a:ext uri="{FF2B5EF4-FFF2-40B4-BE49-F238E27FC236}">
                <a16:creationId xmlns:a16="http://schemas.microsoft.com/office/drawing/2014/main" id="{20AE49C9-6B7A-8108-929F-CAE6A511339A}"/>
              </a:ext>
            </a:extLst>
          </p:cNvPr>
          <p:cNvCxnSpPr>
            <a:cxnSpLocks/>
            <a:stCxn id="1086" idx="1"/>
            <a:endCxn id="1120" idx="0"/>
          </p:cNvCxnSpPr>
          <p:nvPr/>
        </p:nvCxnSpPr>
        <p:spPr>
          <a:xfrm rot="10800000" flipV="1">
            <a:off x="5304066" y="2952212"/>
            <a:ext cx="626825" cy="237271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9" name="矩形: 圆角 1118">
            <a:extLst>
              <a:ext uri="{FF2B5EF4-FFF2-40B4-BE49-F238E27FC236}">
                <a16:creationId xmlns:a16="http://schemas.microsoft.com/office/drawing/2014/main" id="{12B52AF3-30C8-EF39-6C10-8343181F4245}"/>
              </a:ext>
            </a:extLst>
          </p:cNvPr>
          <p:cNvSpPr>
            <a:spLocks/>
          </p:cNvSpPr>
          <p:nvPr/>
        </p:nvSpPr>
        <p:spPr>
          <a:xfrm>
            <a:off x="4212772" y="3189484"/>
            <a:ext cx="571500" cy="349849"/>
          </a:xfrm>
          <a:prstGeom prst="roundRect">
            <a:avLst/>
          </a:prstGeom>
          <a:solidFill>
            <a:schemeClr val="accent5">
              <a:alpha val="6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20" name="矩形: 圆角 1119">
            <a:extLst>
              <a:ext uri="{FF2B5EF4-FFF2-40B4-BE49-F238E27FC236}">
                <a16:creationId xmlns:a16="http://schemas.microsoft.com/office/drawing/2014/main" id="{F3F3A430-1238-CA45-AC36-858F308E3E36}"/>
              </a:ext>
            </a:extLst>
          </p:cNvPr>
          <p:cNvSpPr>
            <a:spLocks/>
          </p:cNvSpPr>
          <p:nvPr/>
        </p:nvSpPr>
        <p:spPr>
          <a:xfrm>
            <a:off x="5018315" y="3189484"/>
            <a:ext cx="571500" cy="349849"/>
          </a:xfrm>
          <a:prstGeom prst="roundRect">
            <a:avLst/>
          </a:prstGeom>
          <a:solidFill>
            <a:schemeClr val="accent6">
              <a:lumMod val="75000"/>
              <a:alpha val="42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21" name="矩形: 圆角 1120">
            <a:extLst>
              <a:ext uri="{FF2B5EF4-FFF2-40B4-BE49-F238E27FC236}">
                <a16:creationId xmlns:a16="http://schemas.microsoft.com/office/drawing/2014/main" id="{9924F4A3-B2DA-C43A-9CC1-8E2FA30B6DD3}"/>
              </a:ext>
            </a:extLst>
          </p:cNvPr>
          <p:cNvSpPr>
            <a:spLocks/>
          </p:cNvSpPr>
          <p:nvPr/>
        </p:nvSpPr>
        <p:spPr>
          <a:xfrm>
            <a:off x="6348221" y="3189484"/>
            <a:ext cx="571500" cy="349849"/>
          </a:xfrm>
          <a:prstGeom prst="roundRect">
            <a:avLst/>
          </a:prstGeom>
          <a:solidFill>
            <a:schemeClr val="accent6">
              <a:lumMod val="75000"/>
              <a:alpha val="42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N’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22" name="直接箭头连接符 1121">
            <a:extLst>
              <a:ext uri="{FF2B5EF4-FFF2-40B4-BE49-F238E27FC236}">
                <a16:creationId xmlns:a16="http://schemas.microsoft.com/office/drawing/2014/main" id="{DE0E817B-A3EB-2AB9-47A6-8CF4A788A592}"/>
              </a:ext>
            </a:extLst>
          </p:cNvPr>
          <p:cNvCxnSpPr>
            <a:cxnSpLocks/>
          </p:cNvCxnSpPr>
          <p:nvPr/>
        </p:nvCxnSpPr>
        <p:spPr>
          <a:xfrm>
            <a:off x="4784272" y="3360686"/>
            <a:ext cx="234043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" name="直接箭头连接符 1122">
            <a:extLst>
              <a:ext uri="{FF2B5EF4-FFF2-40B4-BE49-F238E27FC236}">
                <a16:creationId xmlns:a16="http://schemas.microsoft.com/office/drawing/2014/main" id="{E5D1092D-EF0A-0B48-EA91-4FEB3F28C865}"/>
              </a:ext>
            </a:extLst>
          </p:cNvPr>
          <p:cNvCxnSpPr>
            <a:cxnSpLocks/>
            <a:stCxn id="1120" idx="3"/>
            <a:endCxn id="1124" idx="1"/>
          </p:cNvCxnSpPr>
          <p:nvPr/>
        </p:nvCxnSpPr>
        <p:spPr>
          <a:xfrm flipV="1">
            <a:off x="5589815" y="3364408"/>
            <a:ext cx="186906" cy="1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24" name="文本框 1123">
                <a:extLst>
                  <a:ext uri="{FF2B5EF4-FFF2-40B4-BE49-F238E27FC236}">
                    <a16:creationId xmlns:a16="http://schemas.microsoft.com/office/drawing/2014/main" id="{5557AF4A-AE49-CFDB-F234-EB1F38098C29}"/>
                  </a:ext>
                </a:extLst>
              </p:cNvPr>
              <p:cNvSpPr txBox="1"/>
              <p:nvPr/>
            </p:nvSpPr>
            <p:spPr>
              <a:xfrm>
                <a:off x="5776721" y="3233531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124" name="文本框 1123">
                <a:extLst>
                  <a:ext uri="{FF2B5EF4-FFF2-40B4-BE49-F238E27FC236}">
                    <a16:creationId xmlns:a16="http://schemas.microsoft.com/office/drawing/2014/main" id="{5557AF4A-AE49-CFDB-F234-EB1F38098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721" y="3233531"/>
                <a:ext cx="409086" cy="2617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5" name="直接箭头连接符 1124">
            <a:extLst>
              <a:ext uri="{FF2B5EF4-FFF2-40B4-BE49-F238E27FC236}">
                <a16:creationId xmlns:a16="http://schemas.microsoft.com/office/drawing/2014/main" id="{F37F0740-7BC8-1EC6-7284-F7EC74807D2D}"/>
              </a:ext>
            </a:extLst>
          </p:cNvPr>
          <p:cNvCxnSpPr>
            <a:cxnSpLocks/>
            <a:stCxn id="1124" idx="3"/>
            <a:endCxn id="1121" idx="1"/>
          </p:cNvCxnSpPr>
          <p:nvPr/>
        </p:nvCxnSpPr>
        <p:spPr>
          <a:xfrm>
            <a:off x="6185807" y="3364408"/>
            <a:ext cx="162414" cy="1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3" name="直接箭头连接符 1132">
            <a:extLst>
              <a:ext uri="{FF2B5EF4-FFF2-40B4-BE49-F238E27FC236}">
                <a16:creationId xmlns:a16="http://schemas.microsoft.com/office/drawing/2014/main" id="{0B66FCF0-938C-4F23-CC60-7A7078EF434E}"/>
              </a:ext>
            </a:extLst>
          </p:cNvPr>
          <p:cNvCxnSpPr>
            <a:cxnSpLocks/>
            <a:stCxn id="15" idx="2"/>
            <a:endCxn id="1119" idx="0"/>
          </p:cNvCxnSpPr>
          <p:nvPr/>
        </p:nvCxnSpPr>
        <p:spPr>
          <a:xfrm>
            <a:off x="4498522" y="2750479"/>
            <a:ext cx="0" cy="439005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8" name="文本框 1137">
            <a:extLst>
              <a:ext uri="{FF2B5EF4-FFF2-40B4-BE49-F238E27FC236}">
                <a16:creationId xmlns:a16="http://schemas.microsoft.com/office/drawing/2014/main" id="{AAFC1D9E-BE16-998C-8831-7F1891AE57CC}"/>
              </a:ext>
            </a:extLst>
          </p:cNvPr>
          <p:cNvSpPr txBox="1"/>
          <p:nvPr/>
        </p:nvSpPr>
        <p:spPr>
          <a:xfrm>
            <a:off x="4008670" y="2804949"/>
            <a:ext cx="529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Copy</a:t>
            </a:r>
            <a:endParaRPr lang="zh-CN" altLang="en-US" sz="12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139" name="思想气泡: 云 1138">
            <a:extLst>
              <a:ext uri="{FF2B5EF4-FFF2-40B4-BE49-F238E27FC236}">
                <a16:creationId xmlns:a16="http://schemas.microsoft.com/office/drawing/2014/main" id="{41999991-0F67-44CC-2BFF-86A3B2BC251B}"/>
              </a:ext>
            </a:extLst>
          </p:cNvPr>
          <p:cNvSpPr/>
          <p:nvPr/>
        </p:nvSpPr>
        <p:spPr>
          <a:xfrm>
            <a:off x="8892754" y="1674852"/>
            <a:ext cx="2309761" cy="1233246"/>
          </a:xfrm>
          <a:prstGeom prst="cloudCallout">
            <a:avLst>
              <a:gd name="adj1" fmla="val -130344"/>
              <a:gd name="adj2" fmla="val 154066"/>
            </a:avLst>
          </a:prstGeom>
          <a:solidFill>
            <a:schemeClr val="accent1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err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40" name="文本框 1139">
            <a:extLst>
              <a:ext uri="{FF2B5EF4-FFF2-40B4-BE49-F238E27FC236}">
                <a16:creationId xmlns:a16="http://schemas.microsoft.com/office/drawing/2014/main" id="{DC234C62-6CD4-8723-9532-CD8CA5797B38}"/>
              </a:ext>
            </a:extLst>
          </p:cNvPr>
          <p:cNvSpPr txBox="1"/>
          <p:nvPr/>
        </p:nvSpPr>
        <p:spPr>
          <a:xfrm>
            <a:off x="9024335" y="1833753"/>
            <a:ext cx="207869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Cambria" panose="02040503050406030204" pitchFamily="18" charset="0"/>
                <a:ea typeface="Cambria" panose="02040503050406030204" pitchFamily="18" charset="0"/>
              </a:rPr>
              <a:t>I should check item attributes and prices before purchasing to ensure they meet requirements, otherwise adjust search terms for better results.</a:t>
            </a:r>
            <a:endParaRPr lang="zh-CN" altLang="en-US" sz="11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cxnSp>
        <p:nvCxnSpPr>
          <p:cNvPr id="1143" name="连接符: 肘形 1142">
            <a:extLst>
              <a:ext uri="{FF2B5EF4-FFF2-40B4-BE49-F238E27FC236}">
                <a16:creationId xmlns:a16="http://schemas.microsoft.com/office/drawing/2014/main" id="{0C46AEC6-248C-BB68-C4A5-1EEF674F78A8}"/>
              </a:ext>
            </a:extLst>
          </p:cNvPr>
          <p:cNvCxnSpPr>
            <a:cxnSpLocks/>
            <a:stCxn id="1055" idx="3"/>
            <a:endCxn id="1184" idx="3"/>
          </p:cNvCxnSpPr>
          <p:nvPr/>
        </p:nvCxnSpPr>
        <p:spPr>
          <a:xfrm>
            <a:off x="6919721" y="3922755"/>
            <a:ext cx="12699" cy="385585"/>
          </a:xfrm>
          <a:prstGeom prst="bentConnector3">
            <a:avLst>
              <a:gd name="adj1" fmla="val 1900142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5" name="矩形: 圆角 1144">
            <a:extLst>
              <a:ext uri="{FF2B5EF4-FFF2-40B4-BE49-F238E27FC236}">
                <a16:creationId xmlns:a16="http://schemas.microsoft.com/office/drawing/2014/main" id="{449900F0-5E73-2E17-01F6-8904B977E433}"/>
              </a:ext>
            </a:extLst>
          </p:cNvPr>
          <p:cNvSpPr>
            <a:spLocks/>
          </p:cNvSpPr>
          <p:nvPr/>
        </p:nvSpPr>
        <p:spPr>
          <a:xfrm>
            <a:off x="4212772" y="4532717"/>
            <a:ext cx="571500" cy="349849"/>
          </a:xfrm>
          <a:prstGeom prst="roundRect">
            <a:avLst/>
          </a:prstGeom>
          <a:solidFill>
            <a:schemeClr val="accent5">
              <a:alpha val="6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1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46" name="矩形: 圆角 1145">
            <a:extLst>
              <a:ext uri="{FF2B5EF4-FFF2-40B4-BE49-F238E27FC236}">
                <a16:creationId xmlns:a16="http://schemas.microsoft.com/office/drawing/2014/main" id="{3A24EE6C-5F4F-EDDE-2B9C-C3CE7FD81FEF}"/>
              </a:ext>
            </a:extLst>
          </p:cNvPr>
          <p:cNvSpPr>
            <a:spLocks/>
          </p:cNvSpPr>
          <p:nvPr/>
        </p:nvSpPr>
        <p:spPr>
          <a:xfrm>
            <a:off x="5018315" y="4532717"/>
            <a:ext cx="571500" cy="349849"/>
          </a:xfrm>
          <a:prstGeom prst="roundRect">
            <a:avLst/>
          </a:prstGeom>
          <a:solidFill>
            <a:schemeClr val="accent5">
              <a:alpha val="6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2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47" name="矩形: 圆角 1146">
            <a:extLst>
              <a:ext uri="{FF2B5EF4-FFF2-40B4-BE49-F238E27FC236}">
                <a16:creationId xmlns:a16="http://schemas.microsoft.com/office/drawing/2014/main" id="{02308F65-5F6D-7D90-54D3-3CF00F763D21}"/>
              </a:ext>
            </a:extLst>
          </p:cNvPr>
          <p:cNvSpPr>
            <a:spLocks/>
          </p:cNvSpPr>
          <p:nvPr/>
        </p:nvSpPr>
        <p:spPr>
          <a:xfrm>
            <a:off x="6348221" y="4532717"/>
            <a:ext cx="571500" cy="349849"/>
          </a:xfrm>
          <a:prstGeom prst="roundRect">
            <a:avLst/>
          </a:prstGeom>
          <a:solidFill>
            <a:schemeClr val="accent6">
              <a:lumMod val="75000"/>
              <a:alpha val="42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Turn N’’’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48" name="直接箭头连接符 1147">
            <a:extLst>
              <a:ext uri="{FF2B5EF4-FFF2-40B4-BE49-F238E27FC236}">
                <a16:creationId xmlns:a16="http://schemas.microsoft.com/office/drawing/2014/main" id="{197EAE78-9A6C-F072-BFB2-6ED00AA1758A}"/>
              </a:ext>
            </a:extLst>
          </p:cNvPr>
          <p:cNvCxnSpPr>
            <a:cxnSpLocks/>
          </p:cNvCxnSpPr>
          <p:nvPr/>
        </p:nvCxnSpPr>
        <p:spPr>
          <a:xfrm>
            <a:off x="4784272" y="4703919"/>
            <a:ext cx="234043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9" name="直接箭头连接符 1148">
            <a:extLst>
              <a:ext uri="{FF2B5EF4-FFF2-40B4-BE49-F238E27FC236}">
                <a16:creationId xmlns:a16="http://schemas.microsoft.com/office/drawing/2014/main" id="{37AB4C3A-EFBF-105A-7376-86331941DE44}"/>
              </a:ext>
            </a:extLst>
          </p:cNvPr>
          <p:cNvCxnSpPr>
            <a:cxnSpLocks/>
            <a:stCxn id="1146" idx="3"/>
            <a:endCxn id="1150" idx="1"/>
          </p:cNvCxnSpPr>
          <p:nvPr/>
        </p:nvCxnSpPr>
        <p:spPr>
          <a:xfrm flipV="1">
            <a:off x="5589815" y="4707641"/>
            <a:ext cx="186906" cy="1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50" name="文本框 1149">
                <a:extLst>
                  <a:ext uri="{FF2B5EF4-FFF2-40B4-BE49-F238E27FC236}">
                    <a16:creationId xmlns:a16="http://schemas.microsoft.com/office/drawing/2014/main" id="{332C1BAC-58F5-1BB7-B487-AE4D64E0C044}"/>
                  </a:ext>
                </a:extLst>
              </p:cNvPr>
              <p:cNvSpPr txBox="1"/>
              <p:nvPr/>
            </p:nvSpPr>
            <p:spPr>
              <a:xfrm>
                <a:off x="5776721" y="4576764"/>
                <a:ext cx="409086" cy="26175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latin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150" name="文本框 1149">
                <a:extLst>
                  <a:ext uri="{FF2B5EF4-FFF2-40B4-BE49-F238E27FC236}">
                    <a16:creationId xmlns:a16="http://schemas.microsoft.com/office/drawing/2014/main" id="{332C1BAC-58F5-1BB7-B487-AE4D64E0C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721" y="4576764"/>
                <a:ext cx="409086" cy="2617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1" name="直接箭头连接符 1150">
            <a:extLst>
              <a:ext uri="{FF2B5EF4-FFF2-40B4-BE49-F238E27FC236}">
                <a16:creationId xmlns:a16="http://schemas.microsoft.com/office/drawing/2014/main" id="{9A0AAC29-93A4-E88A-B0E6-6B0D3BF05723}"/>
              </a:ext>
            </a:extLst>
          </p:cNvPr>
          <p:cNvCxnSpPr>
            <a:cxnSpLocks/>
            <a:stCxn id="1150" idx="3"/>
            <a:endCxn id="1147" idx="1"/>
          </p:cNvCxnSpPr>
          <p:nvPr/>
        </p:nvCxnSpPr>
        <p:spPr>
          <a:xfrm>
            <a:off x="6185807" y="4707641"/>
            <a:ext cx="162414" cy="1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" name="直接箭头连接符 1156">
            <a:extLst>
              <a:ext uri="{FF2B5EF4-FFF2-40B4-BE49-F238E27FC236}">
                <a16:creationId xmlns:a16="http://schemas.microsoft.com/office/drawing/2014/main" id="{DFD314AE-B4A2-9B32-BF15-EC09CAAA9901}"/>
              </a:ext>
            </a:extLst>
          </p:cNvPr>
          <p:cNvCxnSpPr>
            <a:cxnSpLocks/>
            <a:stCxn id="1053" idx="2"/>
            <a:endCxn id="1145" idx="0"/>
          </p:cNvCxnSpPr>
          <p:nvPr/>
        </p:nvCxnSpPr>
        <p:spPr>
          <a:xfrm>
            <a:off x="4498522" y="4097679"/>
            <a:ext cx="0" cy="435038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1" name="直接箭头连接符 1160">
            <a:extLst>
              <a:ext uri="{FF2B5EF4-FFF2-40B4-BE49-F238E27FC236}">
                <a16:creationId xmlns:a16="http://schemas.microsoft.com/office/drawing/2014/main" id="{5FF34565-D42F-775D-5F24-A1A535637E00}"/>
              </a:ext>
            </a:extLst>
          </p:cNvPr>
          <p:cNvCxnSpPr>
            <a:cxnSpLocks/>
            <a:stCxn id="1054" idx="2"/>
            <a:endCxn id="1146" idx="0"/>
          </p:cNvCxnSpPr>
          <p:nvPr/>
        </p:nvCxnSpPr>
        <p:spPr>
          <a:xfrm>
            <a:off x="5304065" y="4097679"/>
            <a:ext cx="0" cy="435038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1" name="连接符: 肘形 1180">
            <a:extLst>
              <a:ext uri="{FF2B5EF4-FFF2-40B4-BE49-F238E27FC236}">
                <a16:creationId xmlns:a16="http://schemas.microsoft.com/office/drawing/2014/main" id="{929ECF4C-F393-3B30-FEED-029297D83197}"/>
              </a:ext>
            </a:extLst>
          </p:cNvPr>
          <p:cNvCxnSpPr>
            <a:cxnSpLocks/>
            <a:stCxn id="17" idx="3"/>
            <a:endCxn id="1086" idx="3"/>
          </p:cNvCxnSpPr>
          <p:nvPr/>
        </p:nvCxnSpPr>
        <p:spPr>
          <a:xfrm>
            <a:off x="6919721" y="2575555"/>
            <a:ext cx="12698" cy="376658"/>
          </a:xfrm>
          <a:prstGeom prst="bentConnector3">
            <a:avLst>
              <a:gd name="adj1" fmla="val 1900284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4" name="矩形: 圆角 1183">
            <a:extLst>
              <a:ext uri="{FF2B5EF4-FFF2-40B4-BE49-F238E27FC236}">
                <a16:creationId xmlns:a16="http://schemas.microsoft.com/office/drawing/2014/main" id="{818831F1-5F4A-747C-73BD-0A86557EF102}"/>
              </a:ext>
            </a:extLst>
          </p:cNvPr>
          <p:cNvSpPr/>
          <p:nvPr/>
        </p:nvSpPr>
        <p:spPr>
          <a:xfrm>
            <a:off x="5930890" y="4150402"/>
            <a:ext cx="1001530" cy="315876"/>
          </a:xfrm>
          <a:prstGeom prst="roundRect">
            <a:avLst/>
          </a:prstGeom>
          <a:solidFill>
            <a:schemeClr val="bg2">
              <a:lumMod val="50000"/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Reflect</a:t>
            </a:r>
            <a:endParaRPr lang="zh-CN" altLang="en-US" sz="1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195" name="连接符: 肘形 1194">
            <a:extLst>
              <a:ext uri="{FF2B5EF4-FFF2-40B4-BE49-F238E27FC236}">
                <a16:creationId xmlns:a16="http://schemas.microsoft.com/office/drawing/2014/main" id="{37AF1ADA-2F50-8A8C-73AF-297683457685}"/>
              </a:ext>
            </a:extLst>
          </p:cNvPr>
          <p:cNvCxnSpPr>
            <a:cxnSpLocks/>
            <a:stCxn id="1184" idx="1"/>
            <a:endCxn id="1150" idx="0"/>
          </p:cNvCxnSpPr>
          <p:nvPr/>
        </p:nvCxnSpPr>
        <p:spPr>
          <a:xfrm rot="10800000" flipH="1" flipV="1">
            <a:off x="5930890" y="4308340"/>
            <a:ext cx="50374" cy="268424"/>
          </a:xfrm>
          <a:prstGeom prst="bentConnector4">
            <a:avLst>
              <a:gd name="adj1" fmla="val -453806"/>
              <a:gd name="adj2" fmla="val 79420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0" name="矩形: 圆角 1199">
            <a:extLst>
              <a:ext uri="{FF2B5EF4-FFF2-40B4-BE49-F238E27FC236}">
                <a16:creationId xmlns:a16="http://schemas.microsoft.com/office/drawing/2014/main" id="{12785180-ABA2-F60A-F6BC-4F948412D41B}"/>
              </a:ext>
            </a:extLst>
          </p:cNvPr>
          <p:cNvSpPr>
            <a:spLocks/>
          </p:cNvSpPr>
          <p:nvPr/>
        </p:nvSpPr>
        <p:spPr>
          <a:xfrm>
            <a:off x="7664585" y="2408592"/>
            <a:ext cx="942420" cy="349849"/>
          </a:xfrm>
          <a:prstGeom prst="roundRect">
            <a:avLst/>
          </a:prstGeom>
          <a:solidFill>
            <a:srgbClr val="FF0000">
              <a:alpha val="17000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Reward: 0.1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01" name="矩形: 圆角 1200">
            <a:extLst>
              <a:ext uri="{FF2B5EF4-FFF2-40B4-BE49-F238E27FC236}">
                <a16:creationId xmlns:a16="http://schemas.microsoft.com/office/drawing/2014/main" id="{39334907-6A6B-9EE7-1028-35BF6F32E8EA}"/>
              </a:ext>
            </a:extLst>
          </p:cNvPr>
          <p:cNvSpPr>
            <a:spLocks/>
          </p:cNvSpPr>
          <p:nvPr/>
        </p:nvSpPr>
        <p:spPr>
          <a:xfrm>
            <a:off x="7664584" y="3194609"/>
            <a:ext cx="942419" cy="349849"/>
          </a:xfrm>
          <a:prstGeom prst="roundRect">
            <a:avLst/>
          </a:prstGeom>
          <a:solidFill>
            <a:schemeClr val="accent6">
              <a:alpha val="3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Reward: 0.7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02" name="矩形: 圆角 1201">
            <a:extLst>
              <a:ext uri="{FF2B5EF4-FFF2-40B4-BE49-F238E27FC236}">
                <a16:creationId xmlns:a16="http://schemas.microsoft.com/office/drawing/2014/main" id="{9D7E6F1B-927E-4F1D-4246-DE131B45D801}"/>
              </a:ext>
            </a:extLst>
          </p:cNvPr>
          <p:cNvSpPr>
            <a:spLocks/>
          </p:cNvSpPr>
          <p:nvPr/>
        </p:nvSpPr>
        <p:spPr>
          <a:xfrm>
            <a:off x="7664585" y="3747830"/>
            <a:ext cx="942418" cy="349849"/>
          </a:xfrm>
          <a:prstGeom prst="roundRect">
            <a:avLst/>
          </a:prstGeom>
          <a:solidFill>
            <a:srgbClr val="FF0000">
              <a:alpha val="31000"/>
            </a:srgb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Reward: 0.0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203" name="矩形: 圆角 1202">
            <a:extLst>
              <a:ext uri="{FF2B5EF4-FFF2-40B4-BE49-F238E27FC236}">
                <a16:creationId xmlns:a16="http://schemas.microsoft.com/office/drawing/2014/main" id="{2DE7160A-8447-70A0-642A-38772B4F87A1}"/>
              </a:ext>
            </a:extLst>
          </p:cNvPr>
          <p:cNvSpPr>
            <a:spLocks/>
          </p:cNvSpPr>
          <p:nvPr/>
        </p:nvSpPr>
        <p:spPr>
          <a:xfrm>
            <a:off x="7664585" y="4528994"/>
            <a:ext cx="942418" cy="349849"/>
          </a:xfrm>
          <a:prstGeom prst="roundRect">
            <a:avLst/>
          </a:prstGeom>
          <a:solidFill>
            <a:schemeClr val="accent6">
              <a:alpha val="33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Reward: 1.0</a:t>
            </a:r>
            <a:endParaRPr lang="zh-CN" altLang="en-US" sz="1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D951F1CB-7466-58BA-3479-5ACE518BD520}"/>
              </a:ext>
            </a:extLst>
          </p:cNvPr>
          <p:cNvCxnSpPr>
            <a:cxnSpLocks/>
            <a:stCxn id="1121" idx="3"/>
            <a:endCxn id="1201" idx="1"/>
          </p:cNvCxnSpPr>
          <p:nvPr/>
        </p:nvCxnSpPr>
        <p:spPr>
          <a:xfrm>
            <a:off x="6919721" y="3364409"/>
            <a:ext cx="744863" cy="512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16EF6364-97A5-07B2-82FE-7395F933026F}"/>
              </a:ext>
            </a:extLst>
          </p:cNvPr>
          <p:cNvCxnSpPr>
            <a:cxnSpLocks/>
            <a:stCxn id="17" idx="3"/>
            <a:endCxn id="1200" idx="1"/>
          </p:cNvCxnSpPr>
          <p:nvPr/>
        </p:nvCxnSpPr>
        <p:spPr>
          <a:xfrm>
            <a:off x="6919721" y="2575555"/>
            <a:ext cx="744864" cy="796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2" name="直接箭头连接符 1211">
            <a:extLst>
              <a:ext uri="{FF2B5EF4-FFF2-40B4-BE49-F238E27FC236}">
                <a16:creationId xmlns:a16="http://schemas.microsoft.com/office/drawing/2014/main" id="{50AD7815-CC92-78F8-8DD7-C2760A00C4B4}"/>
              </a:ext>
            </a:extLst>
          </p:cNvPr>
          <p:cNvCxnSpPr>
            <a:cxnSpLocks/>
            <a:stCxn id="1055" idx="3"/>
            <a:endCxn id="1202" idx="1"/>
          </p:cNvCxnSpPr>
          <p:nvPr/>
        </p:nvCxnSpPr>
        <p:spPr>
          <a:xfrm>
            <a:off x="6919721" y="3922755"/>
            <a:ext cx="74486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直接箭头连接符 1214">
            <a:extLst>
              <a:ext uri="{FF2B5EF4-FFF2-40B4-BE49-F238E27FC236}">
                <a16:creationId xmlns:a16="http://schemas.microsoft.com/office/drawing/2014/main" id="{C1E60837-D6BE-C984-8CEE-4F0C414E8A07}"/>
              </a:ext>
            </a:extLst>
          </p:cNvPr>
          <p:cNvCxnSpPr>
            <a:cxnSpLocks/>
            <a:stCxn id="1147" idx="3"/>
            <a:endCxn id="1203" idx="1"/>
          </p:cNvCxnSpPr>
          <p:nvPr/>
        </p:nvCxnSpPr>
        <p:spPr>
          <a:xfrm flipV="1">
            <a:off x="6919721" y="4703919"/>
            <a:ext cx="744864" cy="372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6" name="文本框 1225">
            <a:extLst>
              <a:ext uri="{FF2B5EF4-FFF2-40B4-BE49-F238E27FC236}">
                <a16:creationId xmlns:a16="http://schemas.microsoft.com/office/drawing/2014/main" id="{ECCED719-39DC-A842-EA07-190E09862916}"/>
              </a:ext>
            </a:extLst>
          </p:cNvPr>
          <p:cNvSpPr txBox="1"/>
          <p:nvPr/>
        </p:nvSpPr>
        <p:spPr>
          <a:xfrm>
            <a:off x="5355040" y="2904811"/>
            <a:ext cx="656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Retry</a:t>
            </a:r>
            <a:endParaRPr lang="zh-CN" altLang="en-US" sz="12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38" name="矩形: 圆角 1237">
            <a:extLst>
              <a:ext uri="{FF2B5EF4-FFF2-40B4-BE49-F238E27FC236}">
                <a16:creationId xmlns:a16="http://schemas.microsoft.com/office/drawing/2014/main" id="{7F5203CA-9F98-5696-90F0-24C98917014D}"/>
              </a:ext>
            </a:extLst>
          </p:cNvPr>
          <p:cNvSpPr/>
          <p:nvPr/>
        </p:nvSpPr>
        <p:spPr>
          <a:xfrm>
            <a:off x="9168910" y="3165481"/>
            <a:ext cx="1627903" cy="980364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7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1240" name="连接符: 肘形 1239">
            <a:extLst>
              <a:ext uri="{FF2B5EF4-FFF2-40B4-BE49-F238E27FC236}">
                <a16:creationId xmlns:a16="http://schemas.microsoft.com/office/drawing/2014/main" id="{8F470515-6D88-026D-7ABF-CE110248AFE0}"/>
              </a:ext>
            </a:extLst>
          </p:cNvPr>
          <p:cNvCxnSpPr>
            <a:cxnSpLocks/>
            <a:stCxn id="1200" idx="3"/>
            <a:endCxn id="1238" idx="1"/>
          </p:cNvCxnSpPr>
          <p:nvPr/>
        </p:nvCxnSpPr>
        <p:spPr>
          <a:xfrm>
            <a:off x="8607005" y="2583517"/>
            <a:ext cx="561905" cy="1072146"/>
          </a:xfrm>
          <a:prstGeom prst="bent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1" name="连接符: 肘形 1240">
            <a:extLst>
              <a:ext uri="{FF2B5EF4-FFF2-40B4-BE49-F238E27FC236}">
                <a16:creationId xmlns:a16="http://schemas.microsoft.com/office/drawing/2014/main" id="{1110CCB2-0FF6-ED57-86B4-DA76614B47A0}"/>
              </a:ext>
            </a:extLst>
          </p:cNvPr>
          <p:cNvCxnSpPr>
            <a:cxnSpLocks/>
            <a:stCxn id="1201" idx="3"/>
            <a:endCxn id="1238" idx="1"/>
          </p:cNvCxnSpPr>
          <p:nvPr/>
        </p:nvCxnSpPr>
        <p:spPr>
          <a:xfrm>
            <a:off x="8607003" y="3369534"/>
            <a:ext cx="561907" cy="286129"/>
          </a:xfrm>
          <a:prstGeom prst="bent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4" name="连接符: 肘形 1243">
            <a:extLst>
              <a:ext uri="{FF2B5EF4-FFF2-40B4-BE49-F238E27FC236}">
                <a16:creationId xmlns:a16="http://schemas.microsoft.com/office/drawing/2014/main" id="{01058D7C-76DE-9C1D-D952-48F26ED53A19}"/>
              </a:ext>
            </a:extLst>
          </p:cNvPr>
          <p:cNvCxnSpPr>
            <a:cxnSpLocks/>
            <a:stCxn id="1202" idx="3"/>
            <a:endCxn id="1238" idx="1"/>
          </p:cNvCxnSpPr>
          <p:nvPr/>
        </p:nvCxnSpPr>
        <p:spPr>
          <a:xfrm flipV="1">
            <a:off x="8607003" y="3655663"/>
            <a:ext cx="561907" cy="267092"/>
          </a:xfrm>
          <a:prstGeom prst="bent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7" name="连接符: 肘形 1246">
            <a:extLst>
              <a:ext uri="{FF2B5EF4-FFF2-40B4-BE49-F238E27FC236}">
                <a16:creationId xmlns:a16="http://schemas.microsoft.com/office/drawing/2014/main" id="{C7F9D9E3-8FDD-7642-CB74-2B4B1603316D}"/>
              </a:ext>
            </a:extLst>
          </p:cNvPr>
          <p:cNvCxnSpPr>
            <a:cxnSpLocks/>
            <a:stCxn id="1203" idx="3"/>
            <a:endCxn id="1238" idx="1"/>
          </p:cNvCxnSpPr>
          <p:nvPr/>
        </p:nvCxnSpPr>
        <p:spPr>
          <a:xfrm flipV="1">
            <a:off x="8607003" y="3655663"/>
            <a:ext cx="561907" cy="1048256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0" name="连接符: 肘形 1249">
            <a:extLst>
              <a:ext uri="{FF2B5EF4-FFF2-40B4-BE49-F238E27FC236}">
                <a16:creationId xmlns:a16="http://schemas.microsoft.com/office/drawing/2014/main" id="{8F770392-AA4D-745A-4F45-792667EE65D4}"/>
              </a:ext>
            </a:extLst>
          </p:cNvPr>
          <p:cNvCxnSpPr>
            <a:cxnSpLocks/>
            <a:stCxn id="1238" idx="3"/>
            <a:endCxn id="6" idx="2"/>
          </p:cNvCxnSpPr>
          <p:nvPr/>
        </p:nvCxnSpPr>
        <p:spPr>
          <a:xfrm flipH="1">
            <a:off x="2934858" y="3655663"/>
            <a:ext cx="7861955" cy="216069"/>
          </a:xfrm>
          <a:prstGeom prst="bentConnector4">
            <a:avLst>
              <a:gd name="adj1" fmla="val -2908"/>
              <a:gd name="adj2" fmla="val 647543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57" name="图片 1256">
            <a:extLst>
              <a:ext uri="{FF2B5EF4-FFF2-40B4-BE49-F238E27FC236}">
                <a16:creationId xmlns:a16="http://schemas.microsoft.com/office/drawing/2014/main" id="{C6D4B2D6-CCD6-23DE-0C9C-D43AAA7227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1554" y="3222515"/>
            <a:ext cx="398801" cy="398801"/>
          </a:xfrm>
          <a:prstGeom prst="rect">
            <a:avLst/>
          </a:prstGeom>
        </p:spPr>
      </p:pic>
      <p:sp>
        <p:nvSpPr>
          <p:cNvPr id="1259" name="文本框 1258">
            <a:extLst>
              <a:ext uri="{FF2B5EF4-FFF2-40B4-BE49-F238E27FC236}">
                <a16:creationId xmlns:a16="http://schemas.microsoft.com/office/drawing/2014/main" id="{08D0DC3E-5F79-A788-A78D-7D5EF02DFBA4}"/>
              </a:ext>
            </a:extLst>
          </p:cNvPr>
          <p:cNvSpPr txBox="1"/>
          <p:nvPr/>
        </p:nvSpPr>
        <p:spPr>
          <a:xfrm>
            <a:off x="9040764" y="3189857"/>
            <a:ext cx="20200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Positive Preference Optimization</a:t>
            </a:r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057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  <a:alpha val="27000"/>
          </a:schemeClr>
        </a:solidFill>
        <a:ln w="19050"/>
      </a:spPr>
      <a:bodyPr rtlCol="0" anchor="ctr"/>
      <a:lstStyle>
        <a:defPPr algn="ctr">
          <a:defRPr dirty="0" err="1" smtClean="0">
            <a:solidFill>
              <a:schemeClr val="tx1"/>
            </a:solidFill>
            <a:latin typeface="Cambria" panose="02040503050406030204" pitchFamily="18" charset="0"/>
            <a:ea typeface="Cambria" panose="02040503050406030204" pitchFamily="18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dirty="0" smtClean="0">
            <a:latin typeface="Cambria" panose="02040503050406030204" pitchFamily="18" charset="0"/>
            <a:ea typeface="Cambria" panose="02040503050406030204" pitchFamily="18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3125</TotalTime>
  <Words>107</Words>
  <Application>Microsoft Office PowerPoint</Application>
  <PresentationFormat>宽屏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 Weijie</dc:creator>
  <cp:lastModifiedBy>SHI Weijie</cp:lastModifiedBy>
  <cp:revision>128</cp:revision>
  <dcterms:created xsi:type="dcterms:W3CDTF">2025-10-17T05:37:31Z</dcterms:created>
  <dcterms:modified xsi:type="dcterms:W3CDTF">2025-10-19T09:42:51Z</dcterms:modified>
</cp:coreProperties>
</file>