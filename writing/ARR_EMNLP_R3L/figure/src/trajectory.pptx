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6" r:id="rId2"/>
  </p:sldIdLst>
  <p:sldSz cx="11376025" cy="4175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38" userDrawn="1">
          <p15:clr>
            <a:srgbClr val="A4A3A4"/>
          </p15:clr>
        </p15:guide>
        <p15:guide id="2" pos="35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64" autoAdjust="0"/>
    <p:restoredTop sz="94660"/>
  </p:normalViewPr>
  <p:slideViewPr>
    <p:cSldViewPr snapToGrid="0" showGuides="1">
      <p:cViewPr varScale="1">
        <p:scale>
          <a:sx n="138" d="100"/>
          <a:sy n="138" d="100"/>
        </p:scale>
        <p:origin x="86" y="1197"/>
      </p:cViewPr>
      <p:guideLst>
        <p:guide orient="horz" pos="1338"/>
        <p:guide pos="35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003" y="683290"/>
            <a:ext cx="8532019" cy="1453562"/>
          </a:xfrm>
        </p:spPr>
        <p:txBody>
          <a:bodyPr anchor="b"/>
          <a:lstStyle>
            <a:lvl1pPr algn="ctr">
              <a:defRPr sz="36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2003" y="2192907"/>
            <a:ext cx="8532019" cy="1008022"/>
          </a:xfrm>
        </p:spPr>
        <p:txBody>
          <a:bodyPr/>
          <a:lstStyle>
            <a:lvl1pPr marL="0" indent="0" algn="ctr">
              <a:buNone/>
              <a:defRPr sz="1461"/>
            </a:lvl1pPr>
            <a:lvl2pPr marL="278343" indent="0" algn="ctr">
              <a:buNone/>
              <a:defRPr sz="1218"/>
            </a:lvl2pPr>
            <a:lvl3pPr marL="556687" indent="0" algn="ctr">
              <a:buNone/>
              <a:defRPr sz="1096"/>
            </a:lvl3pPr>
            <a:lvl4pPr marL="835030" indent="0" algn="ctr">
              <a:buNone/>
              <a:defRPr sz="974"/>
            </a:lvl4pPr>
            <a:lvl5pPr marL="1113373" indent="0" algn="ctr">
              <a:buNone/>
              <a:defRPr sz="974"/>
            </a:lvl5pPr>
            <a:lvl6pPr marL="1391717" indent="0" algn="ctr">
              <a:buNone/>
              <a:defRPr sz="974"/>
            </a:lvl6pPr>
            <a:lvl7pPr marL="1670060" indent="0" algn="ctr">
              <a:buNone/>
              <a:defRPr sz="974"/>
            </a:lvl7pPr>
            <a:lvl8pPr marL="1948404" indent="0" algn="ctr">
              <a:buNone/>
              <a:defRPr sz="974"/>
            </a:lvl8pPr>
            <a:lvl9pPr marL="2226747" indent="0" algn="ctr">
              <a:buNone/>
              <a:defRPr sz="97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10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99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176" y="1040882"/>
            <a:ext cx="9811822" cy="1736736"/>
          </a:xfrm>
        </p:spPr>
        <p:txBody>
          <a:bodyPr anchor="b"/>
          <a:lstStyle>
            <a:lvl1pPr>
              <a:defRPr sz="36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6176" y="2794049"/>
            <a:ext cx="9811822" cy="913308"/>
          </a:xfrm>
        </p:spPr>
        <p:txBody>
          <a:bodyPr/>
          <a:lstStyle>
            <a:lvl1pPr marL="0" indent="0">
              <a:buNone/>
              <a:defRPr sz="1461">
                <a:solidFill>
                  <a:schemeClr val="tx1">
                    <a:tint val="75000"/>
                  </a:schemeClr>
                </a:solidFill>
              </a:defRPr>
            </a:lvl1pPr>
            <a:lvl2pPr marL="278343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2pPr>
            <a:lvl3pPr marL="556687" indent="0">
              <a:buNone/>
              <a:defRPr sz="1096">
                <a:solidFill>
                  <a:schemeClr val="tx1">
                    <a:tint val="75000"/>
                  </a:schemeClr>
                </a:solidFill>
              </a:defRPr>
            </a:lvl3pPr>
            <a:lvl4pPr marL="835030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4pPr>
            <a:lvl5pPr marL="1113373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5pPr>
            <a:lvl6pPr marL="1391717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6pPr>
            <a:lvl7pPr marL="1670060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7pPr>
            <a:lvl8pPr marL="1948404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8pPr>
            <a:lvl9pPr marL="2226747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568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2102" y="1111434"/>
            <a:ext cx="4834811" cy="26490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59112" y="1111434"/>
            <a:ext cx="4834811" cy="26490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62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583" y="222287"/>
            <a:ext cx="9811822" cy="80699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3584" y="1023486"/>
            <a:ext cx="4812591" cy="501595"/>
          </a:xfrm>
        </p:spPr>
        <p:txBody>
          <a:bodyPr anchor="b"/>
          <a:lstStyle>
            <a:lvl1pPr marL="0" indent="0">
              <a:buNone/>
              <a:defRPr sz="1461" b="1"/>
            </a:lvl1pPr>
            <a:lvl2pPr marL="278343" indent="0">
              <a:buNone/>
              <a:defRPr sz="1218" b="1"/>
            </a:lvl2pPr>
            <a:lvl3pPr marL="556687" indent="0">
              <a:buNone/>
              <a:defRPr sz="1096" b="1"/>
            </a:lvl3pPr>
            <a:lvl4pPr marL="835030" indent="0">
              <a:buNone/>
              <a:defRPr sz="974" b="1"/>
            </a:lvl4pPr>
            <a:lvl5pPr marL="1113373" indent="0">
              <a:buNone/>
              <a:defRPr sz="974" b="1"/>
            </a:lvl5pPr>
            <a:lvl6pPr marL="1391717" indent="0">
              <a:buNone/>
              <a:defRPr sz="974" b="1"/>
            </a:lvl6pPr>
            <a:lvl7pPr marL="1670060" indent="0">
              <a:buNone/>
              <a:defRPr sz="974" b="1"/>
            </a:lvl7pPr>
            <a:lvl8pPr marL="1948404" indent="0">
              <a:buNone/>
              <a:defRPr sz="974" b="1"/>
            </a:lvl8pPr>
            <a:lvl9pPr marL="2226747" indent="0">
              <a:buNone/>
              <a:defRPr sz="9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584" y="1525080"/>
            <a:ext cx="4812591" cy="22431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59113" y="1023486"/>
            <a:ext cx="4836292" cy="501595"/>
          </a:xfrm>
        </p:spPr>
        <p:txBody>
          <a:bodyPr anchor="b"/>
          <a:lstStyle>
            <a:lvl1pPr marL="0" indent="0">
              <a:buNone/>
              <a:defRPr sz="1461" b="1"/>
            </a:lvl1pPr>
            <a:lvl2pPr marL="278343" indent="0">
              <a:buNone/>
              <a:defRPr sz="1218" b="1"/>
            </a:lvl2pPr>
            <a:lvl3pPr marL="556687" indent="0">
              <a:buNone/>
              <a:defRPr sz="1096" b="1"/>
            </a:lvl3pPr>
            <a:lvl4pPr marL="835030" indent="0">
              <a:buNone/>
              <a:defRPr sz="974" b="1"/>
            </a:lvl4pPr>
            <a:lvl5pPr marL="1113373" indent="0">
              <a:buNone/>
              <a:defRPr sz="974" b="1"/>
            </a:lvl5pPr>
            <a:lvl6pPr marL="1391717" indent="0">
              <a:buNone/>
              <a:defRPr sz="974" b="1"/>
            </a:lvl6pPr>
            <a:lvl7pPr marL="1670060" indent="0">
              <a:buNone/>
              <a:defRPr sz="974" b="1"/>
            </a:lvl7pPr>
            <a:lvl8pPr marL="1948404" indent="0">
              <a:buNone/>
              <a:defRPr sz="974" b="1"/>
            </a:lvl8pPr>
            <a:lvl9pPr marL="2226747" indent="0">
              <a:buNone/>
              <a:defRPr sz="9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59113" y="1525080"/>
            <a:ext cx="4836292" cy="22431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05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7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84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584" y="278342"/>
            <a:ext cx="3669064" cy="974196"/>
          </a:xfrm>
        </p:spPr>
        <p:txBody>
          <a:bodyPr anchor="b"/>
          <a:lstStyle>
            <a:lvl1pPr>
              <a:defRPr sz="194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6292" y="601141"/>
            <a:ext cx="5759113" cy="2967045"/>
          </a:xfrm>
        </p:spPr>
        <p:txBody>
          <a:bodyPr/>
          <a:lstStyle>
            <a:lvl1pPr>
              <a:defRPr sz="1948"/>
            </a:lvl1pPr>
            <a:lvl2pPr>
              <a:defRPr sz="1705"/>
            </a:lvl2pPr>
            <a:lvl3pPr>
              <a:defRPr sz="1461"/>
            </a:lvl3pPr>
            <a:lvl4pPr>
              <a:defRPr sz="1218"/>
            </a:lvl4pPr>
            <a:lvl5pPr>
              <a:defRPr sz="1218"/>
            </a:lvl5pPr>
            <a:lvl6pPr>
              <a:defRPr sz="1218"/>
            </a:lvl6pPr>
            <a:lvl7pPr>
              <a:defRPr sz="1218"/>
            </a:lvl7pPr>
            <a:lvl8pPr>
              <a:defRPr sz="1218"/>
            </a:lvl8pPr>
            <a:lvl9pPr>
              <a:defRPr sz="121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3584" y="1252537"/>
            <a:ext cx="3669064" cy="2320481"/>
          </a:xfrm>
        </p:spPr>
        <p:txBody>
          <a:bodyPr/>
          <a:lstStyle>
            <a:lvl1pPr marL="0" indent="0">
              <a:buNone/>
              <a:defRPr sz="974"/>
            </a:lvl1pPr>
            <a:lvl2pPr marL="278343" indent="0">
              <a:buNone/>
              <a:defRPr sz="852"/>
            </a:lvl2pPr>
            <a:lvl3pPr marL="556687" indent="0">
              <a:buNone/>
              <a:defRPr sz="731"/>
            </a:lvl3pPr>
            <a:lvl4pPr marL="835030" indent="0">
              <a:buNone/>
              <a:defRPr sz="609"/>
            </a:lvl4pPr>
            <a:lvl5pPr marL="1113373" indent="0">
              <a:buNone/>
              <a:defRPr sz="609"/>
            </a:lvl5pPr>
            <a:lvl6pPr marL="1391717" indent="0">
              <a:buNone/>
              <a:defRPr sz="609"/>
            </a:lvl6pPr>
            <a:lvl7pPr marL="1670060" indent="0">
              <a:buNone/>
              <a:defRPr sz="609"/>
            </a:lvl7pPr>
            <a:lvl8pPr marL="1948404" indent="0">
              <a:buNone/>
              <a:defRPr sz="609"/>
            </a:lvl8pPr>
            <a:lvl9pPr marL="2226747" indent="0">
              <a:buNone/>
              <a:defRPr sz="6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75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584" y="278342"/>
            <a:ext cx="3669064" cy="974196"/>
          </a:xfrm>
        </p:spPr>
        <p:txBody>
          <a:bodyPr anchor="b"/>
          <a:lstStyle>
            <a:lvl1pPr>
              <a:defRPr sz="194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6292" y="601141"/>
            <a:ext cx="5759113" cy="2967045"/>
          </a:xfrm>
        </p:spPr>
        <p:txBody>
          <a:bodyPr anchor="t"/>
          <a:lstStyle>
            <a:lvl1pPr marL="0" indent="0">
              <a:buNone/>
              <a:defRPr sz="1948"/>
            </a:lvl1pPr>
            <a:lvl2pPr marL="278343" indent="0">
              <a:buNone/>
              <a:defRPr sz="1705"/>
            </a:lvl2pPr>
            <a:lvl3pPr marL="556687" indent="0">
              <a:buNone/>
              <a:defRPr sz="1461"/>
            </a:lvl3pPr>
            <a:lvl4pPr marL="835030" indent="0">
              <a:buNone/>
              <a:defRPr sz="1218"/>
            </a:lvl4pPr>
            <a:lvl5pPr marL="1113373" indent="0">
              <a:buNone/>
              <a:defRPr sz="1218"/>
            </a:lvl5pPr>
            <a:lvl6pPr marL="1391717" indent="0">
              <a:buNone/>
              <a:defRPr sz="1218"/>
            </a:lvl6pPr>
            <a:lvl7pPr marL="1670060" indent="0">
              <a:buNone/>
              <a:defRPr sz="1218"/>
            </a:lvl7pPr>
            <a:lvl8pPr marL="1948404" indent="0">
              <a:buNone/>
              <a:defRPr sz="1218"/>
            </a:lvl8pPr>
            <a:lvl9pPr marL="2226747" indent="0">
              <a:buNone/>
              <a:defRPr sz="121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3584" y="1252537"/>
            <a:ext cx="3669064" cy="2320481"/>
          </a:xfrm>
        </p:spPr>
        <p:txBody>
          <a:bodyPr/>
          <a:lstStyle>
            <a:lvl1pPr marL="0" indent="0">
              <a:buNone/>
              <a:defRPr sz="974"/>
            </a:lvl1pPr>
            <a:lvl2pPr marL="278343" indent="0">
              <a:buNone/>
              <a:defRPr sz="852"/>
            </a:lvl2pPr>
            <a:lvl3pPr marL="556687" indent="0">
              <a:buNone/>
              <a:defRPr sz="731"/>
            </a:lvl3pPr>
            <a:lvl4pPr marL="835030" indent="0">
              <a:buNone/>
              <a:defRPr sz="609"/>
            </a:lvl4pPr>
            <a:lvl5pPr marL="1113373" indent="0">
              <a:buNone/>
              <a:defRPr sz="609"/>
            </a:lvl5pPr>
            <a:lvl6pPr marL="1391717" indent="0">
              <a:buNone/>
              <a:defRPr sz="609"/>
            </a:lvl6pPr>
            <a:lvl7pPr marL="1670060" indent="0">
              <a:buNone/>
              <a:defRPr sz="609"/>
            </a:lvl7pPr>
            <a:lvl8pPr marL="1948404" indent="0">
              <a:buNone/>
              <a:defRPr sz="609"/>
            </a:lvl8pPr>
            <a:lvl9pPr marL="2226747" indent="0">
              <a:buNone/>
              <a:defRPr sz="6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484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89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40968" y="222287"/>
            <a:ext cx="2452955" cy="35382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102" y="222287"/>
            <a:ext cx="7216666" cy="35382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404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2102" y="222287"/>
            <a:ext cx="9811822" cy="806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102" y="1111434"/>
            <a:ext cx="9811822" cy="2649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02" y="3869723"/>
            <a:ext cx="2559606" cy="222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4A407-E8B5-48E4-BC08-D7F0A904B88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68309" y="3869723"/>
            <a:ext cx="3839408" cy="222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34317" y="3869723"/>
            <a:ext cx="2559606" cy="222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67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556687" rtl="0" eaLnBrk="1" latinLnBrk="0" hangingPunct="1">
        <a:lnSpc>
          <a:spcPct val="90000"/>
        </a:lnSpc>
        <a:spcBef>
          <a:spcPct val="0"/>
        </a:spcBef>
        <a:buNone/>
        <a:defRPr sz="26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172" indent="-139172" algn="l" defTabSz="556687" rtl="0" eaLnBrk="1" latinLnBrk="0" hangingPunct="1">
        <a:lnSpc>
          <a:spcPct val="90000"/>
        </a:lnSpc>
        <a:spcBef>
          <a:spcPts val="609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17515" indent="-139172" algn="l" defTabSz="556687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461" kern="1200">
          <a:solidFill>
            <a:schemeClr val="tx1"/>
          </a:solidFill>
          <a:latin typeface="+mn-lt"/>
          <a:ea typeface="+mn-ea"/>
          <a:cs typeface="+mn-cs"/>
        </a:defRPr>
      </a:lvl2pPr>
      <a:lvl3pPr marL="695858" indent="-139172" algn="l" defTabSz="556687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218" kern="1200">
          <a:solidFill>
            <a:schemeClr val="tx1"/>
          </a:solidFill>
          <a:latin typeface="+mn-lt"/>
          <a:ea typeface="+mn-ea"/>
          <a:cs typeface="+mn-cs"/>
        </a:defRPr>
      </a:lvl3pPr>
      <a:lvl4pPr marL="974202" indent="-139172" algn="l" defTabSz="556687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4pPr>
      <a:lvl5pPr marL="1252545" indent="-139172" algn="l" defTabSz="556687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5pPr>
      <a:lvl6pPr marL="1530888" indent="-139172" algn="l" defTabSz="556687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6pPr>
      <a:lvl7pPr marL="1809232" indent="-139172" algn="l" defTabSz="556687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7pPr>
      <a:lvl8pPr marL="2087575" indent="-139172" algn="l" defTabSz="556687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8pPr>
      <a:lvl9pPr marL="2365919" indent="-139172" algn="l" defTabSz="556687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6687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1pPr>
      <a:lvl2pPr marL="278343" algn="l" defTabSz="556687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2pPr>
      <a:lvl3pPr marL="556687" algn="l" defTabSz="556687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3pPr>
      <a:lvl4pPr marL="835030" algn="l" defTabSz="556687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4pPr>
      <a:lvl5pPr marL="1113373" algn="l" defTabSz="556687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5pPr>
      <a:lvl6pPr marL="1391717" algn="l" defTabSz="556687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6pPr>
      <a:lvl7pPr marL="1670060" algn="l" defTabSz="556687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7pPr>
      <a:lvl8pPr marL="1948404" algn="l" defTabSz="556687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8pPr>
      <a:lvl9pPr marL="2226747" algn="l" defTabSz="556687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B9A9FEF-70E9-C1E8-5910-5A09C4FE8A81}"/>
              </a:ext>
            </a:extLst>
          </p:cNvPr>
          <p:cNvSpPr/>
          <p:nvPr/>
        </p:nvSpPr>
        <p:spPr>
          <a:xfrm>
            <a:off x="1417028" y="132535"/>
            <a:ext cx="3107482" cy="1272246"/>
          </a:xfrm>
          <a:prstGeom prst="roundRect">
            <a:avLst/>
          </a:prstGeom>
          <a:solidFill>
            <a:schemeClr val="accent4">
              <a:alpha val="2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84" name="矩形: 圆角 1083">
            <a:extLst>
              <a:ext uri="{FF2B5EF4-FFF2-40B4-BE49-F238E27FC236}">
                <a16:creationId xmlns:a16="http://schemas.microsoft.com/office/drawing/2014/main" id="{E53F7B7D-B936-73D4-2A04-E4F9FA754E0D}"/>
              </a:ext>
            </a:extLst>
          </p:cNvPr>
          <p:cNvSpPr/>
          <p:nvPr/>
        </p:nvSpPr>
        <p:spPr>
          <a:xfrm>
            <a:off x="129147" y="2341887"/>
            <a:ext cx="5661898" cy="1795929"/>
          </a:xfrm>
          <a:prstGeom prst="roundRect">
            <a:avLst/>
          </a:prstGeom>
          <a:solidFill>
            <a:schemeClr val="accent4">
              <a:alpha val="2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752279B-B612-FCBF-9CD5-61195FB5E533}"/>
              </a:ext>
            </a:extLst>
          </p:cNvPr>
          <p:cNvSpPr>
            <a:spLocks/>
          </p:cNvSpPr>
          <p:nvPr/>
        </p:nvSpPr>
        <p:spPr>
          <a:xfrm>
            <a:off x="1576561" y="231797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33B9A5E-459D-729E-5D3F-7DF7FC100AC3}"/>
              </a:ext>
            </a:extLst>
          </p:cNvPr>
          <p:cNvSpPr>
            <a:spLocks/>
          </p:cNvSpPr>
          <p:nvPr/>
        </p:nvSpPr>
        <p:spPr>
          <a:xfrm>
            <a:off x="2258534" y="231797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1E6DFA3-D07A-4F36-BE52-DF2F67FC63D1}"/>
              </a:ext>
            </a:extLst>
          </p:cNvPr>
          <p:cNvSpPr>
            <a:spLocks/>
          </p:cNvSpPr>
          <p:nvPr/>
        </p:nvSpPr>
        <p:spPr>
          <a:xfrm>
            <a:off x="3877826" y="231797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F46D4E5-DA24-1F1B-C2F0-82F3CDC595A5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048958" y="406704"/>
            <a:ext cx="20955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82BB1A0-9130-78D2-B12B-41F14FFD96BE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730949" y="406696"/>
            <a:ext cx="316381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0BD90FE-37A4-AD90-0DCF-05414392226D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456398" y="406696"/>
            <a:ext cx="421410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矩形: 圆角 1052">
            <a:extLst>
              <a:ext uri="{FF2B5EF4-FFF2-40B4-BE49-F238E27FC236}">
                <a16:creationId xmlns:a16="http://schemas.microsoft.com/office/drawing/2014/main" id="{01E6E1DE-CE09-AD6E-08AA-CA6E0019BAE7}"/>
              </a:ext>
            </a:extLst>
          </p:cNvPr>
          <p:cNvSpPr>
            <a:spLocks/>
          </p:cNvSpPr>
          <p:nvPr/>
        </p:nvSpPr>
        <p:spPr>
          <a:xfrm>
            <a:off x="1576561" y="693115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54" name="矩形: 圆角 1053">
            <a:extLst>
              <a:ext uri="{FF2B5EF4-FFF2-40B4-BE49-F238E27FC236}">
                <a16:creationId xmlns:a16="http://schemas.microsoft.com/office/drawing/2014/main" id="{C51FAB1A-F869-1F69-E1A4-841F60AB8093}"/>
              </a:ext>
            </a:extLst>
          </p:cNvPr>
          <p:cNvSpPr>
            <a:spLocks/>
          </p:cNvSpPr>
          <p:nvPr/>
        </p:nvSpPr>
        <p:spPr>
          <a:xfrm>
            <a:off x="2195474" y="693115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056" name="直接箭头连接符 1055">
            <a:extLst>
              <a:ext uri="{FF2B5EF4-FFF2-40B4-BE49-F238E27FC236}">
                <a16:creationId xmlns:a16="http://schemas.microsoft.com/office/drawing/2014/main" id="{B7B84907-69ED-7B1F-32ED-C159C2CF2F04}"/>
              </a:ext>
            </a:extLst>
          </p:cNvPr>
          <p:cNvCxnSpPr>
            <a:cxnSpLocks/>
            <a:stCxn id="1053" idx="3"/>
            <a:endCxn id="1054" idx="1"/>
          </p:cNvCxnSpPr>
          <p:nvPr/>
        </p:nvCxnSpPr>
        <p:spPr>
          <a:xfrm>
            <a:off x="2048958" y="868022"/>
            <a:ext cx="14649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直接箭头连接符 1056">
            <a:extLst>
              <a:ext uri="{FF2B5EF4-FFF2-40B4-BE49-F238E27FC236}">
                <a16:creationId xmlns:a16="http://schemas.microsoft.com/office/drawing/2014/main" id="{DC61A12D-78ED-9970-1EAC-4AD9607AADF7}"/>
              </a:ext>
            </a:extLst>
          </p:cNvPr>
          <p:cNvCxnSpPr>
            <a:cxnSpLocks/>
            <a:stCxn id="1054" idx="3"/>
            <a:endCxn id="1097" idx="1"/>
          </p:cNvCxnSpPr>
          <p:nvPr/>
        </p:nvCxnSpPr>
        <p:spPr>
          <a:xfrm flipV="1">
            <a:off x="2667889" y="866526"/>
            <a:ext cx="187805" cy="1496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矩形: 圆角 1053">
            <a:extLst>
              <a:ext uri="{FF2B5EF4-FFF2-40B4-BE49-F238E27FC236}">
                <a16:creationId xmlns:a16="http://schemas.microsoft.com/office/drawing/2014/main" id="{7B6FF7F7-55F5-9BD3-BBF8-E5CA29EADE1B}"/>
              </a:ext>
            </a:extLst>
          </p:cNvPr>
          <p:cNvSpPr>
            <a:spLocks/>
          </p:cNvSpPr>
          <p:nvPr/>
        </p:nvSpPr>
        <p:spPr>
          <a:xfrm>
            <a:off x="2855694" y="691619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01" name="矩形: 圆角 1053">
            <a:extLst>
              <a:ext uri="{FF2B5EF4-FFF2-40B4-BE49-F238E27FC236}">
                <a16:creationId xmlns:a16="http://schemas.microsoft.com/office/drawing/2014/main" id="{727C64BF-7FF0-3EC0-599D-7D7EE3336897}"/>
              </a:ext>
            </a:extLst>
          </p:cNvPr>
          <p:cNvSpPr>
            <a:spLocks/>
          </p:cNvSpPr>
          <p:nvPr/>
        </p:nvSpPr>
        <p:spPr>
          <a:xfrm>
            <a:off x="3877826" y="683013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</a:t>
            </a:r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8" name="文本框 1117">
                <a:extLst>
                  <a:ext uri="{FF2B5EF4-FFF2-40B4-BE49-F238E27FC236}">
                    <a16:creationId xmlns:a16="http://schemas.microsoft.com/office/drawing/2014/main" id="{6BF18416-D1ED-E1CA-3565-0C58512E8637}"/>
                  </a:ext>
                </a:extLst>
              </p:cNvPr>
              <p:cNvSpPr txBox="1"/>
              <p:nvPr/>
            </p:nvSpPr>
            <p:spPr>
              <a:xfrm>
                <a:off x="3414510" y="669997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18" name="文本框 1117">
                <a:extLst>
                  <a:ext uri="{FF2B5EF4-FFF2-40B4-BE49-F238E27FC236}">
                    <a16:creationId xmlns:a16="http://schemas.microsoft.com/office/drawing/2014/main" id="{6BF18416-D1ED-E1CA-3565-0C58512E8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510" y="669997"/>
                <a:ext cx="409086" cy="2617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6" name="直接箭头连接符 1122">
            <a:extLst>
              <a:ext uri="{FF2B5EF4-FFF2-40B4-BE49-F238E27FC236}">
                <a16:creationId xmlns:a16="http://schemas.microsoft.com/office/drawing/2014/main" id="{C7A5CECB-438E-43B6-A978-A52C7CC3DFC5}"/>
              </a:ext>
            </a:extLst>
          </p:cNvPr>
          <p:cNvCxnSpPr>
            <a:cxnSpLocks/>
            <a:stCxn id="1097" idx="3"/>
          </p:cNvCxnSpPr>
          <p:nvPr/>
        </p:nvCxnSpPr>
        <p:spPr>
          <a:xfrm>
            <a:off x="3328109" y="866526"/>
            <a:ext cx="134419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直接箭头连接符 1122">
            <a:extLst>
              <a:ext uri="{FF2B5EF4-FFF2-40B4-BE49-F238E27FC236}">
                <a16:creationId xmlns:a16="http://schemas.microsoft.com/office/drawing/2014/main" id="{AD4A6D6B-F127-64C4-220A-B1CF5C2F397D}"/>
              </a:ext>
            </a:extLst>
          </p:cNvPr>
          <p:cNvCxnSpPr>
            <a:cxnSpLocks/>
            <a:endCxn id="1101" idx="1"/>
          </p:cNvCxnSpPr>
          <p:nvPr/>
        </p:nvCxnSpPr>
        <p:spPr>
          <a:xfrm>
            <a:off x="3719120" y="857937"/>
            <a:ext cx="158688" cy="1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0" name="文本框 1189">
                <a:extLst>
                  <a:ext uri="{FF2B5EF4-FFF2-40B4-BE49-F238E27FC236}">
                    <a16:creationId xmlns:a16="http://schemas.microsoft.com/office/drawing/2014/main" id="{221DFB94-F67B-CDFA-4C84-B1566DC8B02A}"/>
                  </a:ext>
                </a:extLst>
              </p:cNvPr>
              <p:cNvSpPr txBox="1"/>
              <p:nvPr/>
            </p:nvSpPr>
            <p:spPr>
              <a:xfrm>
                <a:off x="3047312" y="229519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90" name="文本框 1189">
                <a:extLst>
                  <a:ext uri="{FF2B5EF4-FFF2-40B4-BE49-F238E27FC236}">
                    <a16:creationId xmlns:a16="http://schemas.microsoft.com/office/drawing/2014/main" id="{221DFB94-F67B-CDFA-4C84-B1566DC8B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312" y="229519"/>
                <a:ext cx="409086" cy="2617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948E10CF-3B08-BB28-C846-2BC5DEE75CC9}"/>
              </a:ext>
            </a:extLst>
          </p:cNvPr>
          <p:cNvSpPr txBox="1"/>
          <p:nvPr/>
        </p:nvSpPr>
        <p:spPr>
          <a:xfrm>
            <a:off x="1848193" y="1067133"/>
            <a:ext cx="2216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Type 1: Base Exploration</a:t>
            </a:r>
            <a:endParaRPr lang="zh-CN" altLang="en-US" sz="1600" dirty="0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6D0EE0C-8D6E-4B37-0CD1-941EC1A6E1DE}"/>
              </a:ext>
            </a:extLst>
          </p:cNvPr>
          <p:cNvSpPr>
            <a:spLocks/>
          </p:cNvSpPr>
          <p:nvPr/>
        </p:nvSpPr>
        <p:spPr>
          <a:xfrm>
            <a:off x="257375" y="2598632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B06B8E7-8EAF-C151-D086-2B1C28DD48B5}"/>
              </a:ext>
            </a:extLst>
          </p:cNvPr>
          <p:cNvSpPr>
            <a:spLocks/>
          </p:cNvSpPr>
          <p:nvPr/>
        </p:nvSpPr>
        <p:spPr>
          <a:xfrm>
            <a:off x="939348" y="2598632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A9D8A80-4180-9780-D1D6-FD14EEF57520}"/>
              </a:ext>
            </a:extLst>
          </p:cNvPr>
          <p:cNvSpPr>
            <a:spLocks/>
          </p:cNvSpPr>
          <p:nvPr/>
        </p:nvSpPr>
        <p:spPr>
          <a:xfrm>
            <a:off x="2558640" y="2598632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9ED5A3E-33D9-29A8-1C32-F6ACE7169751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>
            <a:off x="729772" y="2773539"/>
            <a:ext cx="20955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436E100-BD00-4E6F-9E31-75A454A9628B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1411763" y="2773531"/>
            <a:ext cx="316381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D328D989-DE7E-7BA0-07F6-83EC1DABC7EC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2137212" y="2773531"/>
            <a:ext cx="421410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EBEB6B4F-00DE-E6CD-9720-77B5752493C4}"/>
              </a:ext>
            </a:extLst>
          </p:cNvPr>
          <p:cNvSpPr>
            <a:spLocks/>
          </p:cNvSpPr>
          <p:nvPr/>
        </p:nvSpPr>
        <p:spPr>
          <a:xfrm>
            <a:off x="257375" y="3350892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6A261F88-243C-DA96-6AED-F1435123513E}"/>
              </a:ext>
            </a:extLst>
          </p:cNvPr>
          <p:cNvSpPr>
            <a:spLocks/>
          </p:cNvSpPr>
          <p:nvPr/>
        </p:nvSpPr>
        <p:spPr>
          <a:xfrm>
            <a:off x="876288" y="3350892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4BD12BC5-AE1C-049B-A5F5-D294384FEF44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>
            <a:off x="729772" y="3525799"/>
            <a:ext cx="14649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E95FB3B-4210-9F9B-F0CA-FF22F0A4ED99}"/>
              </a:ext>
            </a:extLst>
          </p:cNvPr>
          <p:cNvCxnSpPr>
            <a:cxnSpLocks/>
            <a:stCxn id="59" idx="3"/>
            <a:endCxn id="63" idx="1"/>
          </p:cNvCxnSpPr>
          <p:nvPr/>
        </p:nvCxnSpPr>
        <p:spPr>
          <a:xfrm flipV="1">
            <a:off x="1348703" y="3524303"/>
            <a:ext cx="187805" cy="1496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: 圆角 1053">
            <a:extLst>
              <a:ext uri="{FF2B5EF4-FFF2-40B4-BE49-F238E27FC236}">
                <a16:creationId xmlns:a16="http://schemas.microsoft.com/office/drawing/2014/main" id="{4A4D126B-DDA9-3D72-3939-47F3F9AE9C19}"/>
              </a:ext>
            </a:extLst>
          </p:cNvPr>
          <p:cNvSpPr>
            <a:spLocks/>
          </p:cNvSpPr>
          <p:nvPr/>
        </p:nvSpPr>
        <p:spPr>
          <a:xfrm>
            <a:off x="1536508" y="3349396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24" name="矩形: 圆角 1053">
            <a:extLst>
              <a:ext uri="{FF2B5EF4-FFF2-40B4-BE49-F238E27FC236}">
                <a16:creationId xmlns:a16="http://schemas.microsoft.com/office/drawing/2014/main" id="{6212D1EF-8D53-92DC-4067-5ACDE3795832}"/>
              </a:ext>
            </a:extLst>
          </p:cNvPr>
          <p:cNvSpPr>
            <a:spLocks/>
          </p:cNvSpPr>
          <p:nvPr/>
        </p:nvSpPr>
        <p:spPr>
          <a:xfrm>
            <a:off x="2558640" y="3340790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</a:t>
            </a:r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F747B171-5841-D80D-B0BA-C513DA9600F0}"/>
                  </a:ext>
                </a:extLst>
              </p:cNvPr>
              <p:cNvSpPr txBox="1"/>
              <p:nvPr/>
            </p:nvSpPr>
            <p:spPr>
              <a:xfrm>
                <a:off x="2095324" y="3327774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F747B171-5841-D80D-B0BA-C513DA960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324" y="3327774"/>
                <a:ext cx="409086" cy="261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6" name="直接箭头连接符 1122">
            <a:extLst>
              <a:ext uri="{FF2B5EF4-FFF2-40B4-BE49-F238E27FC236}">
                <a16:creationId xmlns:a16="http://schemas.microsoft.com/office/drawing/2014/main" id="{41B7F624-526B-CC25-9387-0D750AF6E85C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2008923" y="3524303"/>
            <a:ext cx="134419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直接箭头连接符 1122">
            <a:extLst>
              <a:ext uri="{FF2B5EF4-FFF2-40B4-BE49-F238E27FC236}">
                <a16:creationId xmlns:a16="http://schemas.microsoft.com/office/drawing/2014/main" id="{A2BF8941-5091-126B-01A7-77C5E99D5BA8}"/>
              </a:ext>
            </a:extLst>
          </p:cNvPr>
          <p:cNvCxnSpPr>
            <a:cxnSpLocks/>
            <a:endCxn id="1024" idx="1"/>
          </p:cNvCxnSpPr>
          <p:nvPr/>
        </p:nvCxnSpPr>
        <p:spPr>
          <a:xfrm>
            <a:off x="2399934" y="3515714"/>
            <a:ext cx="158688" cy="1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文本框 1028">
                <a:extLst>
                  <a:ext uri="{FF2B5EF4-FFF2-40B4-BE49-F238E27FC236}">
                    <a16:creationId xmlns:a16="http://schemas.microsoft.com/office/drawing/2014/main" id="{1B04158D-BD4A-E602-0488-834F8B2F885C}"/>
                  </a:ext>
                </a:extLst>
              </p:cNvPr>
              <p:cNvSpPr txBox="1"/>
              <p:nvPr/>
            </p:nvSpPr>
            <p:spPr>
              <a:xfrm>
                <a:off x="1728126" y="2596354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29" name="文本框 1028">
                <a:extLst>
                  <a:ext uri="{FF2B5EF4-FFF2-40B4-BE49-F238E27FC236}">
                    <a16:creationId xmlns:a16="http://schemas.microsoft.com/office/drawing/2014/main" id="{1B04158D-BD4A-E602-0488-834F8B2F8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126" y="2596354"/>
                <a:ext cx="409086" cy="2617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6" name="直接箭头连接符 1035">
            <a:extLst>
              <a:ext uri="{FF2B5EF4-FFF2-40B4-BE49-F238E27FC236}">
                <a16:creationId xmlns:a16="http://schemas.microsoft.com/office/drawing/2014/main" id="{7ADD692F-8069-3DA6-4967-7FE77BFC7906}"/>
              </a:ext>
            </a:extLst>
          </p:cNvPr>
          <p:cNvCxnSpPr>
            <a:cxnSpLocks/>
            <a:stCxn id="53" idx="3"/>
            <a:endCxn id="1040" idx="1"/>
          </p:cNvCxnSpPr>
          <p:nvPr/>
        </p:nvCxnSpPr>
        <p:spPr>
          <a:xfrm flipV="1">
            <a:off x="3031054" y="2772576"/>
            <a:ext cx="259110" cy="98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矩形: 圆角 1039">
            <a:extLst>
              <a:ext uri="{FF2B5EF4-FFF2-40B4-BE49-F238E27FC236}">
                <a16:creationId xmlns:a16="http://schemas.microsoft.com/office/drawing/2014/main" id="{A6BCCC29-7326-1099-5688-1CB0D142D996}"/>
              </a:ext>
            </a:extLst>
          </p:cNvPr>
          <p:cNvSpPr/>
          <p:nvPr/>
        </p:nvSpPr>
        <p:spPr>
          <a:xfrm>
            <a:off x="3290164" y="2614638"/>
            <a:ext cx="1001530" cy="315876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046" name="曲线连接符 9">
            <a:extLst>
              <a:ext uri="{FF2B5EF4-FFF2-40B4-BE49-F238E27FC236}">
                <a16:creationId xmlns:a16="http://schemas.microsoft.com/office/drawing/2014/main" id="{5DB25125-C3B8-CBC2-CBC4-9D5CAD004AF2}"/>
              </a:ext>
            </a:extLst>
          </p:cNvPr>
          <p:cNvCxnSpPr>
            <a:cxnSpLocks/>
            <a:stCxn id="1040" idx="3"/>
            <a:endCxn id="1160" idx="1"/>
          </p:cNvCxnSpPr>
          <p:nvPr/>
        </p:nvCxnSpPr>
        <p:spPr>
          <a:xfrm flipV="1">
            <a:off x="4291694" y="2569294"/>
            <a:ext cx="468740" cy="203283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曲线连接符 9">
            <a:extLst>
              <a:ext uri="{FF2B5EF4-FFF2-40B4-BE49-F238E27FC236}">
                <a16:creationId xmlns:a16="http://schemas.microsoft.com/office/drawing/2014/main" id="{53C23B06-E8E1-9599-75EB-5B416174BB2F}"/>
              </a:ext>
            </a:extLst>
          </p:cNvPr>
          <p:cNvCxnSpPr>
            <a:cxnSpLocks/>
            <a:stCxn id="1040" idx="3"/>
            <a:endCxn id="1161" idx="1"/>
          </p:cNvCxnSpPr>
          <p:nvPr/>
        </p:nvCxnSpPr>
        <p:spPr>
          <a:xfrm>
            <a:off x="4291694" y="2772576"/>
            <a:ext cx="468740" cy="17841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矩形: 圆角 1066">
            <a:extLst>
              <a:ext uri="{FF2B5EF4-FFF2-40B4-BE49-F238E27FC236}">
                <a16:creationId xmlns:a16="http://schemas.microsoft.com/office/drawing/2014/main" id="{A5B5F852-C809-BAB0-0293-2497334909B6}"/>
              </a:ext>
            </a:extLst>
          </p:cNvPr>
          <p:cNvSpPr/>
          <p:nvPr/>
        </p:nvSpPr>
        <p:spPr>
          <a:xfrm>
            <a:off x="3325202" y="3358434"/>
            <a:ext cx="1001530" cy="315876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073" name="直接箭头连接符 1072">
            <a:extLst>
              <a:ext uri="{FF2B5EF4-FFF2-40B4-BE49-F238E27FC236}">
                <a16:creationId xmlns:a16="http://schemas.microsoft.com/office/drawing/2014/main" id="{A8454A09-353A-127E-3EB4-6EFCAA1327E1}"/>
              </a:ext>
            </a:extLst>
          </p:cNvPr>
          <p:cNvCxnSpPr>
            <a:cxnSpLocks/>
            <a:stCxn id="1024" idx="3"/>
            <a:endCxn id="1067" idx="1"/>
          </p:cNvCxnSpPr>
          <p:nvPr/>
        </p:nvCxnSpPr>
        <p:spPr>
          <a:xfrm>
            <a:off x="3031054" y="3515714"/>
            <a:ext cx="294148" cy="65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8" name="文本框 1087">
            <a:extLst>
              <a:ext uri="{FF2B5EF4-FFF2-40B4-BE49-F238E27FC236}">
                <a16:creationId xmlns:a16="http://schemas.microsoft.com/office/drawing/2014/main" id="{F1421B2B-C703-E315-F488-F6DB837EF35C}"/>
              </a:ext>
            </a:extLst>
          </p:cNvPr>
          <p:cNvSpPr txBox="1"/>
          <p:nvPr/>
        </p:nvSpPr>
        <p:spPr>
          <a:xfrm>
            <a:off x="1570147" y="3776326"/>
            <a:ext cx="2548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Type 2: Reflection Trajectory</a:t>
            </a:r>
            <a:endParaRPr lang="zh-CN" altLang="en-US" sz="1600" dirty="0"/>
          </a:p>
        </p:txBody>
      </p:sp>
      <p:sp>
        <p:nvSpPr>
          <p:cNvPr id="1090" name="矩形: 圆角 1089">
            <a:extLst>
              <a:ext uri="{FF2B5EF4-FFF2-40B4-BE49-F238E27FC236}">
                <a16:creationId xmlns:a16="http://schemas.microsoft.com/office/drawing/2014/main" id="{326A67DD-7D5C-CBF4-4C48-B87AD0DCDB1D}"/>
              </a:ext>
            </a:extLst>
          </p:cNvPr>
          <p:cNvSpPr>
            <a:spLocks/>
          </p:cNvSpPr>
          <p:nvPr/>
        </p:nvSpPr>
        <p:spPr>
          <a:xfrm>
            <a:off x="6996204" y="2589098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91" name="矩形: 圆角 1090">
            <a:extLst>
              <a:ext uri="{FF2B5EF4-FFF2-40B4-BE49-F238E27FC236}">
                <a16:creationId xmlns:a16="http://schemas.microsoft.com/office/drawing/2014/main" id="{B536E4AE-6460-14CB-6A89-A89D1A2F4F12}"/>
              </a:ext>
            </a:extLst>
          </p:cNvPr>
          <p:cNvSpPr>
            <a:spLocks/>
          </p:cNvSpPr>
          <p:nvPr/>
        </p:nvSpPr>
        <p:spPr>
          <a:xfrm>
            <a:off x="8681516" y="2593973"/>
            <a:ext cx="472415" cy="349849"/>
          </a:xfrm>
          <a:prstGeom prst="roundRect">
            <a:avLst/>
          </a:prstGeom>
          <a:solidFill>
            <a:schemeClr val="accent6">
              <a:alpha val="19621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2’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92" name="矩形: 圆角 1091">
            <a:extLst>
              <a:ext uri="{FF2B5EF4-FFF2-40B4-BE49-F238E27FC236}">
                <a16:creationId xmlns:a16="http://schemas.microsoft.com/office/drawing/2014/main" id="{E43504EC-9DAC-5184-0319-7D947678260B}"/>
              </a:ext>
            </a:extLst>
          </p:cNvPr>
          <p:cNvSpPr>
            <a:spLocks/>
          </p:cNvSpPr>
          <p:nvPr/>
        </p:nvSpPr>
        <p:spPr>
          <a:xfrm>
            <a:off x="10300808" y="2593973"/>
            <a:ext cx="472415" cy="349849"/>
          </a:xfrm>
          <a:prstGeom prst="roundRect">
            <a:avLst/>
          </a:prstGeom>
          <a:solidFill>
            <a:schemeClr val="accent6">
              <a:alpha val="19621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13’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094" name="直接箭头连接符 1093">
            <a:extLst>
              <a:ext uri="{FF2B5EF4-FFF2-40B4-BE49-F238E27FC236}">
                <a16:creationId xmlns:a16="http://schemas.microsoft.com/office/drawing/2014/main" id="{2ADCDA7B-1389-A381-C614-AA0CB261A0F2}"/>
              </a:ext>
            </a:extLst>
          </p:cNvPr>
          <p:cNvCxnSpPr>
            <a:cxnSpLocks/>
            <a:stCxn id="1090" idx="3"/>
            <a:endCxn id="1180" idx="1"/>
          </p:cNvCxnSpPr>
          <p:nvPr/>
        </p:nvCxnSpPr>
        <p:spPr>
          <a:xfrm>
            <a:off x="7468618" y="2764023"/>
            <a:ext cx="196682" cy="1485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直接箭头连接符 1094">
            <a:extLst>
              <a:ext uri="{FF2B5EF4-FFF2-40B4-BE49-F238E27FC236}">
                <a16:creationId xmlns:a16="http://schemas.microsoft.com/office/drawing/2014/main" id="{FA47FDAB-2527-8922-1003-770C30CDEB4A}"/>
              </a:ext>
            </a:extLst>
          </p:cNvPr>
          <p:cNvCxnSpPr>
            <a:cxnSpLocks/>
            <a:stCxn id="1091" idx="3"/>
          </p:cNvCxnSpPr>
          <p:nvPr/>
        </p:nvCxnSpPr>
        <p:spPr>
          <a:xfrm flipV="1">
            <a:off x="9153931" y="2768872"/>
            <a:ext cx="316381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直接箭头连接符 1101">
            <a:extLst>
              <a:ext uri="{FF2B5EF4-FFF2-40B4-BE49-F238E27FC236}">
                <a16:creationId xmlns:a16="http://schemas.microsoft.com/office/drawing/2014/main" id="{8368B7D2-6628-4F0A-5D0B-323F74457F01}"/>
              </a:ext>
            </a:extLst>
          </p:cNvPr>
          <p:cNvCxnSpPr>
            <a:cxnSpLocks/>
            <a:endCxn id="1092" idx="1"/>
          </p:cNvCxnSpPr>
          <p:nvPr/>
        </p:nvCxnSpPr>
        <p:spPr>
          <a:xfrm>
            <a:off x="9879380" y="2768872"/>
            <a:ext cx="421410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" name="矩形: 圆角 1102">
            <a:extLst>
              <a:ext uri="{FF2B5EF4-FFF2-40B4-BE49-F238E27FC236}">
                <a16:creationId xmlns:a16="http://schemas.microsoft.com/office/drawing/2014/main" id="{B74D79B7-29C1-B533-BEB6-A36F89D3D6E3}"/>
              </a:ext>
            </a:extLst>
          </p:cNvPr>
          <p:cNvSpPr>
            <a:spLocks/>
          </p:cNvSpPr>
          <p:nvPr/>
        </p:nvSpPr>
        <p:spPr>
          <a:xfrm>
            <a:off x="6996204" y="3179723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06" name="矩形: 圆角 1105">
            <a:extLst>
              <a:ext uri="{FF2B5EF4-FFF2-40B4-BE49-F238E27FC236}">
                <a16:creationId xmlns:a16="http://schemas.microsoft.com/office/drawing/2014/main" id="{3AF1FC4D-BBF8-4027-E149-1B48480FD3F4}"/>
              </a:ext>
            </a:extLst>
          </p:cNvPr>
          <p:cNvSpPr>
            <a:spLocks/>
          </p:cNvSpPr>
          <p:nvPr/>
        </p:nvSpPr>
        <p:spPr>
          <a:xfrm>
            <a:off x="7615117" y="3179723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11" name="直接箭头连接符 1110">
            <a:extLst>
              <a:ext uri="{FF2B5EF4-FFF2-40B4-BE49-F238E27FC236}">
                <a16:creationId xmlns:a16="http://schemas.microsoft.com/office/drawing/2014/main" id="{F460FB57-1B18-E83E-FBA9-A0A1A49BE802}"/>
              </a:ext>
            </a:extLst>
          </p:cNvPr>
          <p:cNvCxnSpPr>
            <a:cxnSpLocks/>
            <a:stCxn id="1103" idx="3"/>
            <a:endCxn id="1106" idx="1"/>
          </p:cNvCxnSpPr>
          <p:nvPr/>
        </p:nvCxnSpPr>
        <p:spPr>
          <a:xfrm>
            <a:off x="7468601" y="3354630"/>
            <a:ext cx="14649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直接箭头连接符 1114">
            <a:extLst>
              <a:ext uri="{FF2B5EF4-FFF2-40B4-BE49-F238E27FC236}">
                <a16:creationId xmlns:a16="http://schemas.microsoft.com/office/drawing/2014/main" id="{B3BF8A45-0E5B-2279-79E5-0866FFDF4601}"/>
              </a:ext>
            </a:extLst>
          </p:cNvPr>
          <p:cNvCxnSpPr>
            <a:cxnSpLocks/>
            <a:stCxn id="1106" idx="3"/>
            <a:endCxn id="1188" idx="1"/>
          </p:cNvCxnSpPr>
          <p:nvPr/>
        </p:nvCxnSpPr>
        <p:spPr>
          <a:xfrm flipV="1">
            <a:off x="8087531" y="3353445"/>
            <a:ext cx="259198" cy="1203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7" name="矩形: 圆角 1053">
            <a:extLst>
              <a:ext uri="{FF2B5EF4-FFF2-40B4-BE49-F238E27FC236}">
                <a16:creationId xmlns:a16="http://schemas.microsoft.com/office/drawing/2014/main" id="{1763397B-2A55-E557-A4EF-9ABF2496558F}"/>
              </a:ext>
            </a:extLst>
          </p:cNvPr>
          <p:cNvSpPr>
            <a:spLocks/>
          </p:cNvSpPr>
          <p:nvPr/>
        </p:nvSpPr>
        <p:spPr>
          <a:xfrm>
            <a:off x="9326858" y="3176373"/>
            <a:ext cx="472415" cy="349849"/>
          </a:xfrm>
          <a:prstGeom prst="roundRect">
            <a:avLst/>
          </a:prstGeom>
          <a:solidFill>
            <a:schemeClr val="accent6">
              <a:alpha val="19621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3’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19" name="矩形: 圆角 1053">
            <a:extLst>
              <a:ext uri="{FF2B5EF4-FFF2-40B4-BE49-F238E27FC236}">
                <a16:creationId xmlns:a16="http://schemas.microsoft.com/office/drawing/2014/main" id="{2CF09225-0B3D-FC9E-3E5C-A9B2F1AD7C8A}"/>
              </a:ext>
            </a:extLst>
          </p:cNvPr>
          <p:cNvSpPr>
            <a:spLocks/>
          </p:cNvSpPr>
          <p:nvPr/>
        </p:nvSpPr>
        <p:spPr>
          <a:xfrm>
            <a:off x="10348990" y="3167767"/>
            <a:ext cx="472415" cy="349849"/>
          </a:xfrm>
          <a:prstGeom prst="roundRect">
            <a:avLst/>
          </a:prstGeom>
          <a:solidFill>
            <a:schemeClr val="accent6">
              <a:alpha val="19621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10’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4" name="文本框 1123">
                <a:extLst>
                  <a:ext uri="{FF2B5EF4-FFF2-40B4-BE49-F238E27FC236}">
                    <a16:creationId xmlns:a16="http://schemas.microsoft.com/office/drawing/2014/main" id="{20CAF6C2-66AE-7E97-1DAD-93F912936E2D}"/>
                  </a:ext>
                </a:extLst>
              </p:cNvPr>
              <p:cNvSpPr txBox="1"/>
              <p:nvPr/>
            </p:nvSpPr>
            <p:spPr>
              <a:xfrm>
                <a:off x="9885674" y="3154751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24" name="文本框 1123">
                <a:extLst>
                  <a:ext uri="{FF2B5EF4-FFF2-40B4-BE49-F238E27FC236}">
                    <a16:creationId xmlns:a16="http://schemas.microsoft.com/office/drawing/2014/main" id="{20CAF6C2-66AE-7E97-1DAD-93F912936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674" y="3154751"/>
                <a:ext cx="409086" cy="2617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7" name="直接箭头连接符 1122">
            <a:extLst>
              <a:ext uri="{FF2B5EF4-FFF2-40B4-BE49-F238E27FC236}">
                <a16:creationId xmlns:a16="http://schemas.microsoft.com/office/drawing/2014/main" id="{58EA8ED4-AEFB-9D85-83C2-02F157958D12}"/>
              </a:ext>
            </a:extLst>
          </p:cNvPr>
          <p:cNvCxnSpPr>
            <a:cxnSpLocks/>
            <a:stCxn id="1117" idx="3"/>
          </p:cNvCxnSpPr>
          <p:nvPr/>
        </p:nvCxnSpPr>
        <p:spPr>
          <a:xfrm>
            <a:off x="9799273" y="3351280"/>
            <a:ext cx="134419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直接箭头连接符 1122">
            <a:extLst>
              <a:ext uri="{FF2B5EF4-FFF2-40B4-BE49-F238E27FC236}">
                <a16:creationId xmlns:a16="http://schemas.microsoft.com/office/drawing/2014/main" id="{C9A6674D-23B8-8D1C-E76B-7EE2D76F1088}"/>
              </a:ext>
            </a:extLst>
          </p:cNvPr>
          <p:cNvCxnSpPr>
            <a:cxnSpLocks/>
            <a:endCxn id="1119" idx="1"/>
          </p:cNvCxnSpPr>
          <p:nvPr/>
        </p:nvCxnSpPr>
        <p:spPr>
          <a:xfrm>
            <a:off x="10190284" y="3342691"/>
            <a:ext cx="158688" cy="1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15C8E314-F301-DE1A-A190-62FA301346BB}"/>
                  </a:ext>
                </a:extLst>
              </p:cNvPr>
              <p:cNvSpPr txBox="1"/>
              <p:nvPr/>
            </p:nvSpPr>
            <p:spPr>
              <a:xfrm>
                <a:off x="9470294" y="2591695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15C8E314-F301-DE1A-A190-62FA30134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294" y="2591695"/>
                <a:ext cx="409086" cy="2617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5" name="文本框 1134">
            <a:extLst>
              <a:ext uri="{FF2B5EF4-FFF2-40B4-BE49-F238E27FC236}">
                <a16:creationId xmlns:a16="http://schemas.microsoft.com/office/drawing/2014/main" id="{9C0B0B09-9CBE-C249-F5FC-E942F72BD20D}"/>
              </a:ext>
            </a:extLst>
          </p:cNvPr>
          <p:cNvSpPr txBox="1"/>
          <p:nvPr/>
        </p:nvSpPr>
        <p:spPr>
          <a:xfrm>
            <a:off x="6835520" y="2903838"/>
            <a:ext cx="913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Cambria" panose="02040503050406030204" pitchFamily="18" charset="0"/>
                <a:ea typeface="Cambria" panose="02040503050406030204" pitchFamily="18" charset="0"/>
              </a:rPr>
              <a:t>Pivot Point</a:t>
            </a:r>
            <a:endParaRPr lang="zh-CN" altLang="en-US" sz="105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0" name="矩形: 圆角 1149">
                <a:extLst>
                  <a:ext uri="{FF2B5EF4-FFF2-40B4-BE49-F238E27FC236}">
                    <a16:creationId xmlns:a16="http://schemas.microsoft.com/office/drawing/2014/main" id="{CA03FEEA-3E8E-7BA9-F9D8-AD356FD02077}"/>
                  </a:ext>
                </a:extLst>
              </p:cNvPr>
              <p:cNvSpPr/>
              <p:nvPr/>
            </p:nvSpPr>
            <p:spPr>
              <a:xfrm>
                <a:off x="5132772" y="377669"/>
                <a:ext cx="1615202" cy="777464"/>
              </a:xfrm>
              <a:prstGeom prst="roundRect">
                <a:avLst/>
              </a:prstGeom>
              <a:solidFill>
                <a:schemeClr val="accent5">
                  <a:alpha val="12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Group Advantage &amp; Loss</a:t>
                </a:r>
                <a:endParaRPr lang="zh-CN" altLang="en-US" sz="14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50" name="矩形: 圆角 1149">
                <a:extLst>
                  <a:ext uri="{FF2B5EF4-FFF2-40B4-BE49-F238E27FC236}">
                    <a16:creationId xmlns:a16="http://schemas.microsoft.com/office/drawing/2014/main" id="{CA03FEEA-3E8E-7BA9-F9D8-AD356FD020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772" y="377669"/>
                <a:ext cx="1615202" cy="777464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2" name="文本框 1151">
            <a:extLst>
              <a:ext uri="{FF2B5EF4-FFF2-40B4-BE49-F238E27FC236}">
                <a16:creationId xmlns:a16="http://schemas.microsoft.com/office/drawing/2014/main" id="{323DCD0F-4A1F-A359-F157-E6EDF0DC032E}"/>
              </a:ext>
            </a:extLst>
          </p:cNvPr>
          <p:cNvSpPr txBox="1"/>
          <p:nvPr/>
        </p:nvSpPr>
        <p:spPr>
          <a:xfrm>
            <a:off x="7907782" y="3659754"/>
            <a:ext cx="2154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Type 3: Retry Trajectory</a:t>
            </a:r>
            <a:endParaRPr lang="zh-CN" altLang="en-US" sz="1600" dirty="0"/>
          </a:p>
        </p:txBody>
      </p:sp>
      <p:sp>
        <p:nvSpPr>
          <p:cNvPr id="1155" name="文本框 1154">
            <a:extLst>
              <a:ext uri="{FF2B5EF4-FFF2-40B4-BE49-F238E27FC236}">
                <a16:creationId xmlns:a16="http://schemas.microsoft.com/office/drawing/2014/main" id="{23AAA0C8-FBF1-ABA0-63D5-8A23252AA723}"/>
              </a:ext>
            </a:extLst>
          </p:cNvPr>
          <p:cNvSpPr txBox="1"/>
          <p:nvPr/>
        </p:nvSpPr>
        <p:spPr>
          <a:xfrm>
            <a:off x="7402471" y="3473921"/>
            <a:ext cx="913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Cambria" panose="02040503050406030204" pitchFamily="18" charset="0"/>
                <a:ea typeface="Cambria" panose="02040503050406030204" pitchFamily="18" charset="0"/>
              </a:rPr>
              <a:t>Pivot Point</a:t>
            </a:r>
            <a:endParaRPr lang="zh-CN" altLang="en-US" sz="105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160" name="矩形: 圆角 1159">
            <a:extLst>
              <a:ext uri="{FF2B5EF4-FFF2-40B4-BE49-F238E27FC236}">
                <a16:creationId xmlns:a16="http://schemas.microsoft.com/office/drawing/2014/main" id="{5AF51134-AF2C-C6F9-17A3-659EBD18045E}"/>
              </a:ext>
            </a:extLst>
          </p:cNvPr>
          <p:cNvSpPr/>
          <p:nvPr/>
        </p:nvSpPr>
        <p:spPr>
          <a:xfrm>
            <a:off x="4760434" y="2411355"/>
            <a:ext cx="842350" cy="315876"/>
          </a:xfrm>
          <a:prstGeom prst="roundRect">
            <a:avLst/>
          </a:prstGeom>
          <a:solidFill>
            <a:schemeClr val="accent2">
              <a:alpha val="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Pivot Point</a:t>
            </a:r>
            <a:endParaRPr lang="zh-CN" altLang="en-US" sz="10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sp>
        <p:nvSpPr>
          <p:cNvPr id="1161" name="矩形: 圆角 1160">
            <a:extLst>
              <a:ext uri="{FF2B5EF4-FFF2-40B4-BE49-F238E27FC236}">
                <a16:creationId xmlns:a16="http://schemas.microsoft.com/office/drawing/2014/main" id="{DCCD7EC8-E2BE-4520-6B07-F561DBE87188}"/>
              </a:ext>
            </a:extLst>
          </p:cNvPr>
          <p:cNvSpPr/>
          <p:nvPr/>
        </p:nvSpPr>
        <p:spPr>
          <a:xfrm>
            <a:off x="4760435" y="2793048"/>
            <a:ext cx="842349" cy="315876"/>
          </a:xfrm>
          <a:prstGeom prst="roundRect">
            <a:avLst/>
          </a:prstGeom>
          <a:solidFill>
            <a:schemeClr val="accent2">
              <a:alpha val="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10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Guidance</a:t>
            </a:r>
            <a:endParaRPr lang="zh-CN" altLang="en-US" sz="1000" dirty="0">
              <a:solidFill>
                <a:prstClr val="black"/>
              </a:solidFill>
              <a:latin typeface="Cambria" panose="02040503050406030204" pitchFamily="18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1167" name="曲线连接符 9">
            <a:extLst>
              <a:ext uri="{FF2B5EF4-FFF2-40B4-BE49-F238E27FC236}">
                <a16:creationId xmlns:a16="http://schemas.microsoft.com/office/drawing/2014/main" id="{519B7941-C256-10D6-E92D-16F8F69F20F9}"/>
              </a:ext>
            </a:extLst>
          </p:cNvPr>
          <p:cNvCxnSpPr>
            <a:cxnSpLocks/>
            <a:stCxn id="1067" idx="3"/>
            <a:endCxn id="1169" idx="1"/>
          </p:cNvCxnSpPr>
          <p:nvPr/>
        </p:nvCxnSpPr>
        <p:spPr>
          <a:xfrm flipV="1">
            <a:off x="4326732" y="3327412"/>
            <a:ext cx="433703" cy="18896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曲线连接符 9">
            <a:extLst>
              <a:ext uri="{FF2B5EF4-FFF2-40B4-BE49-F238E27FC236}">
                <a16:creationId xmlns:a16="http://schemas.microsoft.com/office/drawing/2014/main" id="{4F34929E-33A2-7F1A-9E0F-0F4A40488A61}"/>
              </a:ext>
            </a:extLst>
          </p:cNvPr>
          <p:cNvCxnSpPr>
            <a:cxnSpLocks/>
            <a:stCxn id="1067" idx="3"/>
            <a:endCxn id="1170" idx="1"/>
          </p:cNvCxnSpPr>
          <p:nvPr/>
        </p:nvCxnSpPr>
        <p:spPr>
          <a:xfrm>
            <a:off x="4326732" y="3516372"/>
            <a:ext cx="433703" cy="192733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9" name="矩形: 圆角 1168">
            <a:extLst>
              <a:ext uri="{FF2B5EF4-FFF2-40B4-BE49-F238E27FC236}">
                <a16:creationId xmlns:a16="http://schemas.microsoft.com/office/drawing/2014/main" id="{4B600A33-C81D-70AF-5EC0-34AD026CA94E}"/>
              </a:ext>
            </a:extLst>
          </p:cNvPr>
          <p:cNvSpPr/>
          <p:nvPr/>
        </p:nvSpPr>
        <p:spPr>
          <a:xfrm>
            <a:off x="4760435" y="3169474"/>
            <a:ext cx="883273" cy="315876"/>
          </a:xfrm>
          <a:prstGeom prst="roundRect">
            <a:avLst/>
          </a:prstGeom>
          <a:solidFill>
            <a:schemeClr val="accent2">
              <a:alpha val="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Pivot Point</a:t>
            </a:r>
            <a:endParaRPr lang="zh-CN" altLang="en-US" sz="10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sp>
        <p:nvSpPr>
          <p:cNvPr id="1170" name="矩形: 圆角 1169">
            <a:extLst>
              <a:ext uri="{FF2B5EF4-FFF2-40B4-BE49-F238E27FC236}">
                <a16:creationId xmlns:a16="http://schemas.microsoft.com/office/drawing/2014/main" id="{E021631D-9DB0-EFC0-6740-2156C1B3B001}"/>
              </a:ext>
            </a:extLst>
          </p:cNvPr>
          <p:cNvSpPr/>
          <p:nvPr/>
        </p:nvSpPr>
        <p:spPr>
          <a:xfrm>
            <a:off x="4760435" y="3551167"/>
            <a:ext cx="883272" cy="315876"/>
          </a:xfrm>
          <a:prstGeom prst="roundRect">
            <a:avLst/>
          </a:prstGeom>
          <a:solidFill>
            <a:schemeClr val="accent2">
              <a:alpha val="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10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Guidance</a:t>
            </a:r>
            <a:endParaRPr lang="zh-CN" altLang="en-US" sz="1000" dirty="0">
              <a:solidFill>
                <a:prstClr val="black"/>
              </a:solidFill>
              <a:latin typeface="Cambria" panose="02040503050406030204" pitchFamily="18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180" name="矩形: 圆角 1179">
            <a:extLst>
              <a:ext uri="{FF2B5EF4-FFF2-40B4-BE49-F238E27FC236}">
                <a16:creationId xmlns:a16="http://schemas.microsoft.com/office/drawing/2014/main" id="{CA4EEE13-2647-B452-B775-F6AF4898A861}"/>
              </a:ext>
            </a:extLst>
          </p:cNvPr>
          <p:cNvSpPr/>
          <p:nvPr/>
        </p:nvSpPr>
        <p:spPr>
          <a:xfrm>
            <a:off x="7665301" y="2607569"/>
            <a:ext cx="842349" cy="315876"/>
          </a:xfrm>
          <a:prstGeom prst="roundRect">
            <a:avLst/>
          </a:prstGeom>
          <a:solidFill>
            <a:schemeClr val="accent2">
              <a:alpha val="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10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Guidance</a:t>
            </a:r>
            <a:endParaRPr lang="zh-CN" altLang="en-US" sz="1000" dirty="0">
              <a:solidFill>
                <a:prstClr val="black"/>
              </a:solidFill>
              <a:latin typeface="Cambria" panose="02040503050406030204" pitchFamily="18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1183" name="直接箭头连接符 1182">
            <a:extLst>
              <a:ext uri="{FF2B5EF4-FFF2-40B4-BE49-F238E27FC236}">
                <a16:creationId xmlns:a16="http://schemas.microsoft.com/office/drawing/2014/main" id="{1123A262-6E4C-0A31-0DDC-0A0959CBEEC6}"/>
              </a:ext>
            </a:extLst>
          </p:cNvPr>
          <p:cNvCxnSpPr>
            <a:cxnSpLocks/>
            <a:stCxn id="1180" idx="3"/>
            <a:endCxn id="1091" idx="1"/>
          </p:cNvCxnSpPr>
          <p:nvPr/>
        </p:nvCxnSpPr>
        <p:spPr>
          <a:xfrm>
            <a:off x="8507649" y="2765507"/>
            <a:ext cx="173866" cy="339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8" name="矩形: 圆角 1187">
            <a:extLst>
              <a:ext uri="{FF2B5EF4-FFF2-40B4-BE49-F238E27FC236}">
                <a16:creationId xmlns:a16="http://schemas.microsoft.com/office/drawing/2014/main" id="{6E6F61FE-8A2B-4CDE-A2A9-6FA9638A8F82}"/>
              </a:ext>
            </a:extLst>
          </p:cNvPr>
          <p:cNvSpPr/>
          <p:nvPr/>
        </p:nvSpPr>
        <p:spPr>
          <a:xfrm>
            <a:off x="8346730" y="3195506"/>
            <a:ext cx="842349" cy="315876"/>
          </a:xfrm>
          <a:prstGeom prst="roundRect">
            <a:avLst/>
          </a:prstGeom>
          <a:solidFill>
            <a:schemeClr val="accent2">
              <a:alpha val="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10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Guidance</a:t>
            </a:r>
            <a:endParaRPr lang="zh-CN" altLang="en-US" sz="1000" dirty="0">
              <a:solidFill>
                <a:prstClr val="black"/>
              </a:solidFill>
              <a:latin typeface="Cambria" panose="02040503050406030204" pitchFamily="18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cxnSp>
        <p:nvCxnSpPr>
          <p:cNvPr id="1193" name="直接箭头连接符 1192">
            <a:extLst>
              <a:ext uri="{FF2B5EF4-FFF2-40B4-BE49-F238E27FC236}">
                <a16:creationId xmlns:a16="http://schemas.microsoft.com/office/drawing/2014/main" id="{617C7982-4023-300A-14E5-D94A58929DBC}"/>
              </a:ext>
            </a:extLst>
          </p:cNvPr>
          <p:cNvCxnSpPr>
            <a:cxnSpLocks/>
            <a:stCxn id="1188" idx="3"/>
            <a:endCxn id="1117" idx="1"/>
          </p:cNvCxnSpPr>
          <p:nvPr/>
        </p:nvCxnSpPr>
        <p:spPr>
          <a:xfrm flipV="1">
            <a:off x="9189079" y="3351298"/>
            <a:ext cx="137779" cy="2147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6" name="矩形: 圆角 1195">
            <a:extLst>
              <a:ext uri="{FF2B5EF4-FFF2-40B4-BE49-F238E27FC236}">
                <a16:creationId xmlns:a16="http://schemas.microsoft.com/office/drawing/2014/main" id="{F0270ABD-0F60-2409-EDD5-CA9766068A59}"/>
              </a:ext>
            </a:extLst>
          </p:cNvPr>
          <p:cNvSpPr>
            <a:spLocks/>
          </p:cNvSpPr>
          <p:nvPr/>
        </p:nvSpPr>
        <p:spPr>
          <a:xfrm>
            <a:off x="7487590" y="105847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97" name="矩形: 圆角 1196">
            <a:extLst>
              <a:ext uri="{FF2B5EF4-FFF2-40B4-BE49-F238E27FC236}">
                <a16:creationId xmlns:a16="http://schemas.microsoft.com/office/drawing/2014/main" id="{9D07DB4F-DACD-1F6B-3AE1-2C97BB380892}"/>
              </a:ext>
            </a:extLst>
          </p:cNvPr>
          <p:cNvSpPr>
            <a:spLocks/>
          </p:cNvSpPr>
          <p:nvPr/>
        </p:nvSpPr>
        <p:spPr>
          <a:xfrm>
            <a:off x="8170756" y="110722"/>
            <a:ext cx="472415" cy="349849"/>
          </a:xfrm>
          <a:prstGeom prst="roundRect">
            <a:avLst/>
          </a:prstGeom>
          <a:solidFill>
            <a:schemeClr val="accent6">
              <a:alpha val="19621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2’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98" name="矩形: 圆角 1197">
            <a:extLst>
              <a:ext uri="{FF2B5EF4-FFF2-40B4-BE49-F238E27FC236}">
                <a16:creationId xmlns:a16="http://schemas.microsoft.com/office/drawing/2014/main" id="{2AAA1A36-3272-42AC-8491-85B9DA10109D}"/>
              </a:ext>
            </a:extLst>
          </p:cNvPr>
          <p:cNvSpPr>
            <a:spLocks/>
          </p:cNvSpPr>
          <p:nvPr/>
        </p:nvSpPr>
        <p:spPr>
          <a:xfrm>
            <a:off x="9790048" y="110722"/>
            <a:ext cx="472415" cy="349849"/>
          </a:xfrm>
          <a:prstGeom prst="roundRect">
            <a:avLst/>
          </a:prstGeom>
          <a:solidFill>
            <a:schemeClr val="accent6">
              <a:alpha val="19621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13’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204" name="直接箭头连接符 1203">
            <a:extLst>
              <a:ext uri="{FF2B5EF4-FFF2-40B4-BE49-F238E27FC236}">
                <a16:creationId xmlns:a16="http://schemas.microsoft.com/office/drawing/2014/main" id="{18618D80-CF3B-CC7D-F9D2-1E80DAE6D149}"/>
              </a:ext>
            </a:extLst>
          </p:cNvPr>
          <p:cNvCxnSpPr>
            <a:cxnSpLocks/>
            <a:stCxn id="1197" idx="3"/>
          </p:cNvCxnSpPr>
          <p:nvPr/>
        </p:nvCxnSpPr>
        <p:spPr>
          <a:xfrm flipV="1">
            <a:off x="8643171" y="285621"/>
            <a:ext cx="316381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8AE89251-96DE-9D04-3297-474A74003D66}"/>
              </a:ext>
            </a:extLst>
          </p:cNvPr>
          <p:cNvCxnSpPr>
            <a:cxnSpLocks/>
            <a:endCxn id="1198" idx="1"/>
          </p:cNvCxnSpPr>
          <p:nvPr/>
        </p:nvCxnSpPr>
        <p:spPr>
          <a:xfrm>
            <a:off x="9368620" y="285621"/>
            <a:ext cx="421410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8" name="矩形: 圆角 1207">
            <a:extLst>
              <a:ext uri="{FF2B5EF4-FFF2-40B4-BE49-F238E27FC236}">
                <a16:creationId xmlns:a16="http://schemas.microsoft.com/office/drawing/2014/main" id="{2926FFDF-842B-1873-71CD-767E1A625367}"/>
              </a:ext>
            </a:extLst>
          </p:cNvPr>
          <p:cNvSpPr>
            <a:spLocks/>
          </p:cNvSpPr>
          <p:nvPr/>
        </p:nvSpPr>
        <p:spPr>
          <a:xfrm>
            <a:off x="7487590" y="696472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9" name="矩形: 圆角 1208">
            <a:extLst>
              <a:ext uri="{FF2B5EF4-FFF2-40B4-BE49-F238E27FC236}">
                <a16:creationId xmlns:a16="http://schemas.microsoft.com/office/drawing/2014/main" id="{0E47F8FA-D138-821F-1556-FDCAE56D69F1}"/>
              </a:ext>
            </a:extLst>
          </p:cNvPr>
          <p:cNvSpPr>
            <a:spLocks/>
          </p:cNvSpPr>
          <p:nvPr/>
        </p:nvSpPr>
        <p:spPr>
          <a:xfrm>
            <a:off x="8106503" y="696472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210" name="直接箭头连接符 1209">
            <a:extLst>
              <a:ext uri="{FF2B5EF4-FFF2-40B4-BE49-F238E27FC236}">
                <a16:creationId xmlns:a16="http://schemas.microsoft.com/office/drawing/2014/main" id="{9BC44B06-1D4A-508E-9522-17518DFF5D33}"/>
              </a:ext>
            </a:extLst>
          </p:cNvPr>
          <p:cNvCxnSpPr>
            <a:cxnSpLocks/>
            <a:stCxn id="1208" idx="3"/>
            <a:endCxn id="1209" idx="1"/>
          </p:cNvCxnSpPr>
          <p:nvPr/>
        </p:nvCxnSpPr>
        <p:spPr>
          <a:xfrm>
            <a:off x="7959987" y="871379"/>
            <a:ext cx="14649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3" name="矩形: 圆角 1053">
            <a:extLst>
              <a:ext uri="{FF2B5EF4-FFF2-40B4-BE49-F238E27FC236}">
                <a16:creationId xmlns:a16="http://schemas.microsoft.com/office/drawing/2014/main" id="{6EABA100-3EF1-7F6F-B4BE-EA29900EF5DD}"/>
              </a:ext>
            </a:extLst>
          </p:cNvPr>
          <p:cNvSpPr>
            <a:spLocks/>
          </p:cNvSpPr>
          <p:nvPr/>
        </p:nvSpPr>
        <p:spPr>
          <a:xfrm>
            <a:off x="8816098" y="693122"/>
            <a:ext cx="472415" cy="349849"/>
          </a:xfrm>
          <a:prstGeom prst="roundRect">
            <a:avLst/>
          </a:prstGeom>
          <a:solidFill>
            <a:schemeClr val="accent6">
              <a:alpha val="19621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3’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14" name="矩形: 圆角 1053">
            <a:extLst>
              <a:ext uri="{FF2B5EF4-FFF2-40B4-BE49-F238E27FC236}">
                <a16:creationId xmlns:a16="http://schemas.microsoft.com/office/drawing/2014/main" id="{D818EBFF-773B-D5ED-E93E-E895FC601330}"/>
              </a:ext>
            </a:extLst>
          </p:cNvPr>
          <p:cNvSpPr>
            <a:spLocks/>
          </p:cNvSpPr>
          <p:nvPr/>
        </p:nvSpPr>
        <p:spPr>
          <a:xfrm>
            <a:off x="9838230" y="684516"/>
            <a:ext cx="472415" cy="349849"/>
          </a:xfrm>
          <a:prstGeom prst="roundRect">
            <a:avLst/>
          </a:prstGeom>
          <a:solidFill>
            <a:schemeClr val="accent6">
              <a:alpha val="19621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10’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6" name="文本框 1215">
                <a:extLst>
                  <a:ext uri="{FF2B5EF4-FFF2-40B4-BE49-F238E27FC236}">
                    <a16:creationId xmlns:a16="http://schemas.microsoft.com/office/drawing/2014/main" id="{D428007B-FE2F-9DE2-EA93-5B525EEEC6D4}"/>
                  </a:ext>
                </a:extLst>
              </p:cNvPr>
              <p:cNvSpPr txBox="1"/>
              <p:nvPr/>
            </p:nvSpPr>
            <p:spPr>
              <a:xfrm>
                <a:off x="9374914" y="671500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16" name="文本框 1215">
                <a:extLst>
                  <a:ext uri="{FF2B5EF4-FFF2-40B4-BE49-F238E27FC236}">
                    <a16:creationId xmlns:a16="http://schemas.microsoft.com/office/drawing/2014/main" id="{D428007B-FE2F-9DE2-EA93-5B525EEEC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914" y="671500"/>
                <a:ext cx="409086" cy="2617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7" name="直接箭头连接符 1122">
            <a:extLst>
              <a:ext uri="{FF2B5EF4-FFF2-40B4-BE49-F238E27FC236}">
                <a16:creationId xmlns:a16="http://schemas.microsoft.com/office/drawing/2014/main" id="{9C1163F9-C655-4993-4909-0AB2AEF38623}"/>
              </a:ext>
            </a:extLst>
          </p:cNvPr>
          <p:cNvCxnSpPr>
            <a:cxnSpLocks/>
            <a:stCxn id="1213" idx="3"/>
          </p:cNvCxnSpPr>
          <p:nvPr/>
        </p:nvCxnSpPr>
        <p:spPr>
          <a:xfrm>
            <a:off x="9288513" y="868029"/>
            <a:ext cx="134419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8" name="直接箭头连接符 1122">
            <a:extLst>
              <a:ext uri="{FF2B5EF4-FFF2-40B4-BE49-F238E27FC236}">
                <a16:creationId xmlns:a16="http://schemas.microsoft.com/office/drawing/2014/main" id="{9D63BDB5-79F1-3230-F26E-51091810B881}"/>
              </a:ext>
            </a:extLst>
          </p:cNvPr>
          <p:cNvCxnSpPr>
            <a:cxnSpLocks/>
            <a:endCxn id="1214" idx="1"/>
          </p:cNvCxnSpPr>
          <p:nvPr/>
        </p:nvCxnSpPr>
        <p:spPr>
          <a:xfrm>
            <a:off x="9679524" y="859440"/>
            <a:ext cx="158688" cy="1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19" name="文本框 1218">
                <a:extLst>
                  <a:ext uri="{FF2B5EF4-FFF2-40B4-BE49-F238E27FC236}">
                    <a16:creationId xmlns:a16="http://schemas.microsoft.com/office/drawing/2014/main" id="{CAB43454-6234-73A1-DCA9-A3281F7081BA}"/>
                  </a:ext>
                </a:extLst>
              </p:cNvPr>
              <p:cNvSpPr txBox="1"/>
              <p:nvPr/>
            </p:nvSpPr>
            <p:spPr>
              <a:xfrm>
                <a:off x="8959534" y="108444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19" name="文本框 1218">
                <a:extLst>
                  <a:ext uri="{FF2B5EF4-FFF2-40B4-BE49-F238E27FC236}">
                    <a16:creationId xmlns:a16="http://schemas.microsoft.com/office/drawing/2014/main" id="{CAB43454-6234-73A1-DCA9-A3281F708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534" y="108444"/>
                <a:ext cx="409086" cy="2617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0" name="文本框 1219">
            <a:extLst>
              <a:ext uri="{FF2B5EF4-FFF2-40B4-BE49-F238E27FC236}">
                <a16:creationId xmlns:a16="http://schemas.microsoft.com/office/drawing/2014/main" id="{6A3F454F-0697-0387-99CC-271D8CC9F89B}"/>
              </a:ext>
            </a:extLst>
          </p:cNvPr>
          <p:cNvSpPr txBox="1"/>
          <p:nvPr/>
        </p:nvSpPr>
        <p:spPr>
          <a:xfrm>
            <a:off x="7326906" y="420587"/>
            <a:ext cx="913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Cambria" panose="02040503050406030204" pitchFamily="18" charset="0"/>
                <a:ea typeface="Cambria" panose="02040503050406030204" pitchFamily="18" charset="0"/>
              </a:rPr>
              <a:t>Pivot Point</a:t>
            </a:r>
            <a:endParaRPr lang="zh-CN" altLang="en-US" sz="105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21" name="文本框 1220">
            <a:extLst>
              <a:ext uri="{FF2B5EF4-FFF2-40B4-BE49-F238E27FC236}">
                <a16:creationId xmlns:a16="http://schemas.microsoft.com/office/drawing/2014/main" id="{8ACF56B1-77B2-E4B7-6BDF-1789A295F165}"/>
              </a:ext>
            </a:extLst>
          </p:cNvPr>
          <p:cNvSpPr txBox="1"/>
          <p:nvPr/>
        </p:nvSpPr>
        <p:spPr>
          <a:xfrm>
            <a:off x="7710400" y="1177693"/>
            <a:ext cx="25962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Type 4: Distillation Trajectory</a:t>
            </a:r>
            <a:endParaRPr lang="zh-CN" altLang="en-US" sz="1600" dirty="0"/>
          </a:p>
        </p:txBody>
      </p:sp>
      <p:sp>
        <p:nvSpPr>
          <p:cNvPr id="1222" name="文本框 1221">
            <a:extLst>
              <a:ext uri="{FF2B5EF4-FFF2-40B4-BE49-F238E27FC236}">
                <a16:creationId xmlns:a16="http://schemas.microsoft.com/office/drawing/2014/main" id="{C19A47AA-D825-13B6-361D-D8F4CD7F2B9A}"/>
              </a:ext>
            </a:extLst>
          </p:cNvPr>
          <p:cNvSpPr txBox="1"/>
          <p:nvPr/>
        </p:nvSpPr>
        <p:spPr>
          <a:xfrm>
            <a:off x="7893857" y="990670"/>
            <a:ext cx="913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Cambria" panose="02040503050406030204" pitchFamily="18" charset="0"/>
                <a:ea typeface="Cambria" panose="02040503050406030204" pitchFamily="18" charset="0"/>
              </a:rPr>
              <a:t>Pivot Point</a:t>
            </a:r>
            <a:endParaRPr lang="zh-CN" altLang="en-US" sz="105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1224" name="直接箭头连接符 1223">
            <a:extLst>
              <a:ext uri="{FF2B5EF4-FFF2-40B4-BE49-F238E27FC236}">
                <a16:creationId xmlns:a16="http://schemas.microsoft.com/office/drawing/2014/main" id="{2247A169-3185-B984-5217-E57D2B946C38}"/>
              </a:ext>
            </a:extLst>
          </p:cNvPr>
          <p:cNvCxnSpPr>
            <a:cxnSpLocks/>
            <a:stCxn id="1196" idx="3"/>
            <a:endCxn id="1197" idx="1"/>
          </p:cNvCxnSpPr>
          <p:nvPr/>
        </p:nvCxnSpPr>
        <p:spPr>
          <a:xfrm>
            <a:off x="7960005" y="280772"/>
            <a:ext cx="210751" cy="4875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" name="直接箭头连接符 1226">
            <a:extLst>
              <a:ext uri="{FF2B5EF4-FFF2-40B4-BE49-F238E27FC236}">
                <a16:creationId xmlns:a16="http://schemas.microsoft.com/office/drawing/2014/main" id="{B4E82027-24B4-737C-AD61-35030E51921B}"/>
              </a:ext>
            </a:extLst>
          </p:cNvPr>
          <p:cNvCxnSpPr>
            <a:cxnSpLocks/>
            <a:stCxn id="1209" idx="3"/>
            <a:endCxn id="1213" idx="1"/>
          </p:cNvCxnSpPr>
          <p:nvPr/>
        </p:nvCxnSpPr>
        <p:spPr>
          <a:xfrm flipV="1">
            <a:off x="8578917" y="868046"/>
            <a:ext cx="237180" cy="335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" name="矩形: 圆角 1229">
            <a:extLst>
              <a:ext uri="{FF2B5EF4-FFF2-40B4-BE49-F238E27FC236}">
                <a16:creationId xmlns:a16="http://schemas.microsoft.com/office/drawing/2014/main" id="{7CF0E28E-3790-1177-CC52-E4676A87DAB3}"/>
              </a:ext>
            </a:extLst>
          </p:cNvPr>
          <p:cNvSpPr/>
          <p:nvPr/>
        </p:nvSpPr>
        <p:spPr>
          <a:xfrm>
            <a:off x="7273041" y="32673"/>
            <a:ext cx="3253328" cy="1467431"/>
          </a:xfrm>
          <a:prstGeom prst="roundRect">
            <a:avLst/>
          </a:prstGeom>
          <a:solidFill>
            <a:schemeClr val="accent4">
              <a:alpha val="2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31" name="矩形: 圆角 1230">
            <a:extLst>
              <a:ext uri="{FF2B5EF4-FFF2-40B4-BE49-F238E27FC236}">
                <a16:creationId xmlns:a16="http://schemas.microsoft.com/office/drawing/2014/main" id="{CFFBC99F-B6A1-50AA-D46C-E3C0E2AB09FE}"/>
              </a:ext>
            </a:extLst>
          </p:cNvPr>
          <p:cNvSpPr/>
          <p:nvPr/>
        </p:nvSpPr>
        <p:spPr>
          <a:xfrm>
            <a:off x="6855427" y="2486198"/>
            <a:ext cx="4085460" cy="1512086"/>
          </a:xfrm>
          <a:prstGeom prst="roundRect">
            <a:avLst/>
          </a:prstGeom>
          <a:solidFill>
            <a:schemeClr val="accent4">
              <a:alpha val="2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233" name="直接箭头连接符 1232">
            <a:extLst>
              <a:ext uri="{FF2B5EF4-FFF2-40B4-BE49-F238E27FC236}">
                <a16:creationId xmlns:a16="http://schemas.microsoft.com/office/drawing/2014/main" id="{1F4595E1-50A7-79B9-9B42-22D782B21C66}"/>
              </a:ext>
            </a:extLst>
          </p:cNvPr>
          <p:cNvCxnSpPr>
            <a:cxnSpLocks/>
            <a:stCxn id="33" idx="3"/>
            <a:endCxn id="1150" idx="1"/>
          </p:cNvCxnSpPr>
          <p:nvPr/>
        </p:nvCxnSpPr>
        <p:spPr>
          <a:xfrm flipV="1">
            <a:off x="4524510" y="766401"/>
            <a:ext cx="608262" cy="2257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5" name="直接箭头连接符 1234">
            <a:extLst>
              <a:ext uri="{FF2B5EF4-FFF2-40B4-BE49-F238E27FC236}">
                <a16:creationId xmlns:a16="http://schemas.microsoft.com/office/drawing/2014/main" id="{348EC891-E9CD-5FB9-CA8D-5E4DF2BBF737}"/>
              </a:ext>
            </a:extLst>
          </p:cNvPr>
          <p:cNvCxnSpPr>
            <a:cxnSpLocks/>
            <a:stCxn id="1230" idx="1"/>
            <a:endCxn id="1150" idx="3"/>
          </p:cNvCxnSpPr>
          <p:nvPr/>
        </p:nvCxnSpPr>
        <p:spPr>
          <a:xfrm flipH="1">
            <a:off x="6747974" y="766389"/>
            <a:ext cx="525067" cy="12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8" name="直接箭头连接符 1237">
            <a:extLst>
              <a:ext uri="{FF2B5EF4-FFF2-40B4-BE49-F238E27FC236}">
                <a16:creationId xmlns:a16="http://schemas.microsoft.com/office/drawing/2014/main" id="{2BD42F73-825D-2060-C60E-11BB5961E793}"/>
              </a:ext>
            </a:extLst>
          </p:cNvPr>
          <p:cNvCxnSpPr>
            <a:cxnSpLocks/>
            <a:stCxn id="35" idx="2"/>
            <a:endCxn id="1084" idx="0"/>
          </p:cNvCxnSpPr>
          <p:nvPr/>
        </p:nvCxnSpPr>
        <p:spPr>
          <a:xfrm>
            <a:off x="2956317" y="1405687"/>
            <a:ext cx="3779" cy="936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1" name="直接箭头连接符 1240">
            <a:extLst>
              <a:ext uri="{FF2B5EF4-FFF2-40B4-BE49-F238E27FC236}">
                <a16:creationId xmlns:a16="http://schemas.microsoft.com/office/drawing/2014/main" id="{1A1728E6-1255-979D-E628-31ADF8F40A0D}"/>
              </a:ext>
            </a:extLst>
          </p:cNvPr>
          <p:cNvCxnSpPr>
            <a:cxnSpLocks/>
            <a:stCxn id="1084" idx="3"/>
            <a:endCxn id="1231" idx="1"/>
          </p:cNvCxnSpPr>
          <p:nvPr/>
        </p:nvCxnSpPr>
        <p:spPr>
          <a:xfrm>
            <a:off x="5791045" y="3239852"/>
            <a:ext cx="1064382" cy="23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7" name="直接箭头连接符 1246">
            <a:extLst>
              <a:ext uri="{FF2B5EF4-FFF2-40B4-BE49-F238E27FC236}">
                <a16:creationId xmlns:a16="http://schemas.microsoft.com/office/drawing/2014/main" id="{90A7ED89-27F2-FFBE-0BDA-E38A820ACE54}"/>
              </a:ext>
            </a:extLst>
          </p:cNvPr>
          <p:cNvCxnSpPr>
            <a:cxnSpLocks/>
            <a:stCxn id="1231" idx="0"/>
            <a:endCxn id="1230" idx="2"/>
          </p:cNvCxnSpPr>
          <p:nvPr/>
        </p:nvCxnSpPr>
        <p:spPr>
          <a:xfrm flipV="1">
            <a:off x="8898157" y="1500104"/>
            <a:ext cx="1548" cy="9860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0" name="矩形: 圆角 1249">
                <a:extLst>
                  <a:ext uri="{FF2B5EF4-FFF2-40B4-BE49-F238E27FC236}">
                    <a16:creationId xmlns:a16="http://schemas.microsoft.com/office/drawing/2014/main" id="{AF64688A-6B90-E390-CF8C-C7F3FECF300E}"/>
                  </a:ext>
                </a:extLst>
              </p:cNvPr>
              <p:cNvSpPr/>
              <p:nvPr/>
            </p:nvSpPr>
            <p:spPr>
              <a:xfrm>
                <a:off x="4810173" y="1303557"/>
                <a:ext cx="2315028" cy="777464"/>
              </a:xfrm>
              <a:prstGeom prst="roundRect">
                <a:avLst/>
              </a:prstGeom>
              <a:solidFill>
                <a:schemeClr val="accent5">
                  <a:alpha val="12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SFT Loss</a:t>
                </a:r>
              </a:p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retry</m:t>
                      </m:r>
                      <m: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better</m:t>
                      </m:r>
                      <m: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than</m:t>
                      </m:r>
                      <m: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base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50" name="矩形: 圆角 1249">
                <a:extLst>
                  <a:ext uri="{FF2B5EF4-FFF2-40B4-BE49-F238E27FC236}">
                    <a16:creationId xmlns:a16="http://schemas.microsoft.com/office/drawing/2014/main" id="{AF64688A-6B90-E390-CF8C-C7F3FECF30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173" y="1303557"/>
                <a:ext cx="2315028" cy="777464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1" name="直接箭头连接符 1250">
            <a:extLst>
              <a:ext uri="{FF2B5EF4-FFF2-40B4-BE49-F238E27FC236}">
                <a16:creationId xmlns:a16="http://schemas.microsoft.com/office/drawing/2014/main" id="{0BCA25CD-8303-2C49-9F7D-7348E08C5CAE}"/>
              </a:ext>
            </a:extLst>
          </p:cNvPr>
          <p:cNvCxnSpPr>
            <a:cxnSpLocks/>
            <a:endCxn id="1250" idx="1"/>
          </p:cNvCxnSpPr>
          <p:nvPr/>
        </p:nvCxnSpPr>
        <p:spPr>
          <a:xfrm flipV="1">
            <a:off x="4064442" y="1692289"/>
            <a:ext cx="745731" cy="6495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5" name="直接箭头连接符 1254">
            <a:extLst>
              <a:ext uri="{FF2B5EF4-FFF2-40B4-BE49-F238E27FC236}">
                <a16:creationId xmlns:a16="http://schemas.microsoft.com/office/drawing/2014/main" id="{05D9A6F1-C1D4-86EE-886A-8E1145012510}"/>
              </a:ext>
            </a:extLst>
          </p:cNvPr>
          <p:cNvCxnSpPr>
            <a:cxnSpLocks/>
            <a:endCxn id="1250" idx="3"/>
          </p:cNvCxnSpPr>
          <p:nvPr/>
        </p:nvCxnSpPr>
        <p:spPr>
          <a:xfrm flipH="1" flipV="1">
            <a:off x="7125202" y="1692290"/>
            <a:ext cx="842349" cy="78364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A176872-727B-1D97-08BE-358C0CF698B6}"/>
              </a:ext>
            </a:extLst>
          </p:cNvPr>
          <p:cNvSpPr txBox="1"/>
          <p:nvPr/>
        </p:nvSpPr>
        <p:spPr>
          <a:xfrm>
            <a:off x="2258516" y="1748534"/>
            <a:ext cx="6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Reflect</a:t>
            </a:r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58E709-F7C0-B6C3-478F-C1EAB1DA1B51}"/>
              </a:ext>
            </a:extLst>
          </p:cNvPr>
          <p:cNvSpPr txBox="1"/>
          <p:nvPr/>
        </p:nvSpPr>
        <p:spPr>
          <a:xfrm>
            <a:off x="5756878" y="3278194"/>
            <a:ext cx="1171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Pivotal-based</a:t>
            </a:r>
          </a:p>
          <a:p>
            <a:pPr algn="ctr"/>
            <a:r>
              <a:rPr lang="en-US" altLang="zh-CN" sz="1400" dirty="0"/>
              <a:t>Retry</a:t>
            </a:r>
            <a:endParaRPr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45C02C-A261-96DF-8153-E19EA857F631}"/>
              </a:ext>
            </a:extLst>
          </p:cNvPr>
          <p:cNvSpPr txBox="1"/>
          <p:nvPr/>
        </p:nvSpPr>
        <p:spPr>
          <a:xfrm>
            <a:off x="8885811" y="1816298"/>
            <a:ext cx="1935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Rebuild Retry Trajectory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6405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11443</TotalTime>
  <Words>130</Words>
  <Application>Microsoft Office PowerPoint</Application>
  <PresentationFormat>自定义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 Weijie</dc:creator>
  <cp:lastModifiedBy>SHI Weijie</cp:lastModifiedBy>
  <cp:revision>448</cp:revision>
  <dcterms:created xsi:type="dcterms:W3CDTF">2025-10-17T05:37:31Z</dcterms:created>
  <dcterms:modified xsi:type="dcterms:W3CDTF">2025-11-27T08:02:50Z</dcterms:modified>
</cp:coreProperties>
</file>