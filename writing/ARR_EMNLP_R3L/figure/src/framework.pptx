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11376025" cy="4535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9" userDrawn="1">
          <p15:clr>
            <a:srgbClr val="A4A3A4"/>
          </p15:clr>
        </p15:guide>
        <p15:guide id="2" pos="35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184" y="1120"/>
      </p:cViewPr>
      <p:guideLst>
        <p:guide orient="horz" pos="1429"/>
        <p:guide pos="35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003" y="742266"/>
            <a:ext cx="8532019" cy="1579022"/>
          </a:xfrm>
        </p:spPr>
        <p:txBody>
          <a:bodyPr anchor="b"/>
          <a:lstStyle>
            <a:lvl1pPr algn="ctr"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2003" y="2382181"/>
            <a:ext cx="8532019" cy="1095026"/>
          </a:xfrm>
        </p:spPr>
        <p:txBody>
          <a:bodyPr/>
          <a:lstStyle>
            <a:lvl1pPr marL="0" indent="0" algn="ctr">
              <a:buNone/>
              <a:defRPr sz="1587"/>
            </a:lvl1pPr>
            <a:lvl2pPr marL="302346" indent="0" algn="ctr">
              <a:buNone/>
              <a:defRPr sz="1323"/>
            </a:lvl2pPr>
            <a:lvl3pPr marL="604693" indent="0" algn="ctr">
              <a:buNone/>
              <a:defRPr sz="1190"/>
            </a:lvl3pPr>
            <a:lvl4pPr marL="907039" indent="0" algn="ctr">
              <a:buNone/>
              <a:defRPr sz="1058"/>
            </a:lvl4pPr>
            <a:lvl5pPr marL="1209385" indent="0" algn="ctr">
              <a:buNone/>
              <a:defRPr sz="1058"/>
            </a:lvl5pPr>
            <a:lvl6pPr marL="1511732" indent="0" algn="ctr">
              <a:buNone/>
              <a:defRPr sz="1058"/>
            </a:lvl6pPr>
            <a:lvl7pPr marL="1814078" indent="0" algn="ctr">
              <a:buNone/>
              <a:defRPr sz="1058"/>
            </a:lvl7pPr>
            <a:lvl8pPr marL="2116425" indent="0" algn="ctr">
              <a:buNone/>
              <a:defRPr sz="1058"/>
            </a:lvl8pPr>
            <a:lvl9pPr marL="2418771" indent="0" algn="ctr">
              <a:buNone/>
              <a:defRPr sz="105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5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93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76" y="1130723"/>
            <a:ext cx="9811822" cy="1886637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176" y="3035208"/>
            <a:ext cx="9811822" cy="992138"/>
          </a:xfrm>
        </p:spPr>
        <p:txBody>
          <a:bodyPr/>
          <a:lstStyle>
            <a:lvl1pPr marL="0" indent="0">
              <a:buNone/>
              <a:defRPr sz="1587">
                <a:solidFill>
                  <a:schemeClr val="tx1">
                    <a:tint val="75000"/>
                  </a:schemeClr>
                </a:solidFill>
              </a:defRPr>
            </a:lvl1pPr>
            <a:lvl2pPr marL="30234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04693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3pPr>
            <a:lvl4pPr marL="907039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4pPr>
            <a:lvl5pPr marL="120938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5pPr>
            <a:lvl6pPr marL="1511732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6pPr>
            <a:lvl7pPr marL="181407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7pPr>
            <a:lvl8pPr marL="211642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8pPr>
            <a:lvl9pPr marL="2418771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9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2102" y="1207364"/>
            <a:ext cx="4834811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9112" y="1207364"/>
            <a:ext cx="4834811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3" y="241473"/>
            <a:ext cx="9811822" cy="8766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584" y="1111825"/>
            <a:ext cx="4812591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584" y="1656713"/>
            <a:ext cx="4812591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9113" y="1111825"/>
            <a:ext cx="4836292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59113" y="1656713"/>
            <a:ext cx="4836292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0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31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84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302366"/>
            <a:ext cx="3669064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292" y="653027"/>
            <a:ext cx="5759113" cy="3223136"/>
          </a:xfrm>
        </p:spPr>
        <p:txBody>
          <a:bodyPr/>
          <a:lstStyle>
            <a:lvl1pPr>
              <a:defRPr sz="2116"/>
            </a:lvl1pPr>
            <a:lvl2pPr>
              <a:defRPr sz="1852"/>
            </a:lvl2pPr>
            <a:lvl3pPr>
              <a:defRPr sz="1587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360646"/>
            <a:ext cx="3669064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52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584" y="302366"/>
            <a:ext cx="3669064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6292" y="653027"/>
            <a:ext cx="5759113" cy="3223136"/>
          </a:xfrm>
        </p:spPr>
        <p:txBody>
          <a:bodyPr anchor="t"/>
          <a:lstStyle>
            <a:lvl1pPr marL="0" indent="0">
              <a:buNone/>
              <a:defRPr sz="2116"/>
            </a:lvl1pPr>
            <a:lvl2pPr marL="302346" indent="0">
              <a:buNone/>
              <a:defRPr sz="1852"/>
            </a:lvl2pPr>
            <a:lvl3pPr marL="604693" indent="0">
              <a:buNone/>
              <a:defRPr sz="1587"/>
            </a:lvl3pPr>
            <a:lvl4pPr marL="907039" indent="0">
              <a:buNone/>
              <a:defRPr sz="1323"/>
            </a:lvl4pPr>
            <a:lvl5pPr marL="1209385" indent="0">
              <a:buNone/>
              <a:defRPr sz="1323"/>
            </a:lvl5pPr>
            <a:lvl6pPr marL="1511732" indent="0">
              <a:buNone/>
              <a:defRPr sz="1323"/>
            </a:lvl6pPr>
            <a:lvl7pPr marL="1814078" indent="0">
              <a:buNone/>
              <a:defRPr sz="1323"/>
            </a:lvl7pPr>
            <a:lvl8pPr marL="2116425" indent="0">
              <a:buNone/>
              <a:defRPr sz="1323"/>
            </a:lvl8pPr>
            <a:lvl9pPr marL="2418771" indent="0">
              <a:buNone/>
              <a:defRPr sz="132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584" y="1360646"/>
            <a:ext cx="3669064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03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2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0968" y="241473"/>
            <a:ext cx="2452955" cy="38436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102" y="241473"/>
            <a:ext cx="7216666" cy="38436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2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2102" y="241473"/>
            <a:ext cx="9811822" cy="876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102" y="1207364"/>
            <a:ext cx="9811822" cy="287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02" y="4203726"/>
            <a:ext cx="255960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A407-E8B5-48E4-BC08-D7F0A904B881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68309" y="4203726"/>
            <a:ext cx="3839408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4317" y="4203726"/>
            <a:ext cx="255960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84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04693" rtl="0" eaLnBrk="1" latinLnBrk="0" hangingPunct="1">
        <a:lnSpc>
          <a:spcPct val="90000"/>
        </a:lnSpc>
        <a:spcBef>
          <a:spcPct val="0"/>
        </a:spcBef>
        <a:buNone/>
        <a:defRPr sz="2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73" indent="-151173" algn="l" defTabSz="604693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1852" kern="1200">
          <a:solidFill>
            <a:schemeClr val="tx1"/>
          </a:solidFill>
          <a:latin typeface="+mn-lt"/>
          <a:ea typeface="+mn-ea"/>
          <a:cs typeface="+mn-cs"/>
        </a:defRPr>
      </a:lvl1pPr>
      <a:lvl2pPr marL="453520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2pPr>
      <a:lvl3pPr marL="755866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58212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360559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662905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251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267598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569944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1pPr>
      <a:lvl2pPr marL="302346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2pPr>
      <a:lvl3pPr marL="604693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3pPr>
      <a:lvl4pPr marL="907039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20938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511732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814078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11642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418771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矩形: 圆角 1047">
            <a:extLst>
              <a:ext uri="{FF2B5EF4-FFF2-40B4-BE49-F238E27FC236}">
                <a16:creationId xmlns:a16="http://schemas.microsoft.com/office/drawing/2014/main" id="{8148CAC5-92FE-126D-44F3-A95EDD2F7ED0}"/>
              </a:ext>
            </a:extLst>
          </p:cNvPr>
          <p:cNvSpPr/>
          <p:nvPr/>
        </p:nvSpPr>
        <p:spPr>
          <a:xfrm>
            <a:off x="186288" y="17236"/>
            <a:ext cx="3672085" cy="94918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E10CC408-5E9D-042F-B722-BF9C86F87D6F}"/>
              </a:ext>
            </a:extLst>
          </p:cNvPr>
          <p:cNvSpPr/>
          <p:nvPr/>
        </p:nvSpPr>
        <p:spPr>
          <a:xfrm>
            <a:off x="3910222" y="17237"/>
            <a:ext cx="3183914" cy="1027350"/>
          </a:xfrm>
          <a:prstGeom prst="wedgeRoundRectCallout">
            <a:avLst>
              <a:gd name="adj1" fmla="val -21274"/>
              <a:gd name="adj2" fmla="val 48795"/>
              <a:gd name="adj3" fmla="val 16667"/>
            </a:avLst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Reflect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: </a:t>
            </a:r>
            <a:r>
              <a:rPr lang="en" altLang="zh-CN" sz="1200" dirty="0">
                <a:solidFill>
                  <a:schemeClr val="tx1"/>
                </a:solidFill>
                <a:latin typeface="Cambria" panose="02040503050406030204" pitchFamily="18" charset="0"/>
              </a:rPr>
              <a:t>Skipped item verification at </a:t>
            </a:r>
            <a:r>
              <a:rPr lang="en" altLang="zh-CN" sz="1200" b="1" dirty="0">
                <a:solidFill>
                  <a:schemeClr val="tx1"/>
                </a:solidFill>
                <a:latin typeface="Cambria" panose="02040503050406030204" pitchFamily="18" charset="0"/>
              </a:rPr>
              <a:t>(Pivot Point) Turn 2</a:t>
            </a:r>
            <a:r>
              <a:rPr lang="en" altLang="zh-CN" sz="1200" dirty="0">
                <a:solidFill>
                  <a:schemeClr val="tx1"/>
                </a:solidFill>
                <a:latin typeface="Cambria" panose="02040503050406030204" pitchFamily="18" charset="0"/>
              </a:rPr>
              <a:t>, leading to wrong purchase.</a:t>
            </a:r>
            <a:endParaRPr lang="en-US" altLang="zh-CN" sz="1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lvl="0" algn="ctr"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(Guidance) </a:t>
            </a:r>
            <a:r>
              <a:rPr lang="en-US" altLang="zh-CN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 should check item attributes and prices before purchasing to ensure they meet user</a:t>
            </a:r>
            <a:r>
              <a:rPr lang="zh-CN" altLang="en-US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requirements.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44" name="矩形: 圆角 1143">
            <a:extLst>
              <a:ext uri="{FF2B5EF4-FFF2-40B4-BE49-F238E27FC236}">
                <a16:creationId xmlns:a16="http://schemas.microsoft.com/office/drawing/2014/main" id="{C413BD31-3873-304C-5AD6-7C94DC3A2F42}"/>
              </a:ext>
            </a:extLst>
          </p:cNvPr>
          <p:cNvSpPr/>
          <p:nvPr/>
        </p:nvSpPr>
        <p:spPr>
          <a:xfrm>
            <a:off x="8587581" y="1969819"/>
            <a:ext cx="2759580" cy="108371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CD5A79-C588-DD9F-45CB-D02E120392EA}"/>
              </a:ext>
            </a:extLst>
          </p:cNvPr>
          <p:cNvSpPr/>
          <p:nvPr/>
        </p:nvSpPr>
        <p:spPr>
          <a:xfrm>
            <a:off x="38394" y="2007880"/>
            <a:ext cx="797759" cy="706251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8E70A-9418-038D-4EFA-FDB9A9AB51C4}"/>
              </a:ext>
            </a:extLst>
          </p:cNvPr>
          <p:cNvSpPr txBox="1"/>
          <p:nvPr/>
        </p:nvSpPr>
        <p:spPr>
          <a:xfrm>
            <a:off x="321309" y="2191603"/>
            <a:ext cx="536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Task</a:t>
            </a:r>
            <a:endParaRPr lang="zh-CN" altLang="en-US" sz="14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Checklist - Free interface icons">
            <a:extLst>
              <a:ext uri="{FF2B5EF4-FFF2-40B4-BE49-F238E27FC236}">
                <a16:creationId xmlns:a16="http://schemas.microsoft.com/office/drawing/2014/main" id="{D0D1407D-86A1-280D-041B-963CBF9B7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4" y="2179578"/>
            <a:ext cx="363118" cy="36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3D42B2-0856-68C8-63BF-8CEBB8EFF1A8}"/>
              </a:ext>
            </a:extLst>
          </p:cNvPr>
          <p:cNvSpPr/>
          <p:nvPr/>
        </p:nvSpPr>
        <p:spPr>
          <a:xfrm>
            <a:off x="1075883" y="2007882"/>
            <a:ext cx="913070" cy="70625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CCCB3B-440A-5CC0-DCE6-9F7619518BDC}"/>
              </a:ext>
            </a:extLst>
          </p:cNvPr>
          <p:cNvSpPr txBox="1"/>
          <p:nvPr/>
        </p:nvSpPr>
        <p:spPr>
          <a:xfrm>
            <a:off x="1361574" y="2113671"/>
            <a:ext cx="660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Policy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</a:t>
            </a:r>
            <a:endParaRPr lang="zh-CN" altLang="en-US" sz="14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2BACA7-4B75-3191-1E2A-B5589592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26" y="2197550"/>
            <a:ext cx="355467" cy="35546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74E0B3-8C33-7A92-8715-73C00819501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836153" y="2361006"/>
            <a:ext cx="239730" cy="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752279B-B612-FCBF-9CD5-61195FB5E533}"/>
              </a:ext>
            </a:extLst>
          </p:cNvPr>
          <p:cNvSpPr>
            <a:spLocks/>
          </p:cNvSpPr>
          <p:nvPr/>
        </p:nvSpPr>
        <p:spPr>
          <a:xfrm>
            <a:off x="2261661" y="12430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3B9A5E-459D-729E-5D3F-7DF7FC100AC3}"/>
              </a:ext>
            </a:extLst>
          </p:cNvPr>
          <p:cNvSpPr>
            <a:spLocks/>
          </p:cNvSpPr>
          <p:nvPr/>
        </p:nvSpPr>
        <p:spPr>
          <a:xfrm>
            <a:off x="2943634" y="1243031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E6DFA3-D07A-4F36-BE52-DF2F67FC63D1}"/>
              </a:ext>
            </a:extLst>
          </p:cNvPr>
          <p:cNvSpPr>
            <a:spLocks/>
          </p:cNvSpPr>
          <p:nvPr/>
        </p:nvSpPr>
        <p:spPr>
          <a:xfrm>
            <a:off x="4562926" y="1243031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BF27DF64-5B0C-6F93-D216-8F4D57C8961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1988953" y="1417954"/>
            <a:ext cx="272706" cy="943052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1AA369E-BD3D-3B72-052E-9CCE45831FAE}"/>
              </a:ext>
            </a:extLst>
          </p:cNvPr>
          <p:cNvCxnSpPr>
            <a:cxnSpLocks/>
            <a:stCxn id="6" idx="3"/>
            <a:endCxn id="1053" idx="1"/>
          </p:cNvCxnSpPr>
          <p:nvPr/>
        </p:nvCxnSpPr>
        <p:spPr>
          <a:xfrm>
            <a:off x="1988953" y="2361006"/>
            <a:ext cx="272706" cy="404148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F46D4E5-DA24-1F1B-C2F0-82F3CDC595A5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734059" y="1417939"/>
            <a:ext cx="20955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82BB1A0-9130-78D2-B12B-41F14FFD96B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416049" y="1417931"/>
            <a:ext cx="316381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0BD90FE-37A4-AD90-0DCF-05414392226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141499" y="1417931"/>
            <a:ext cx="421410" cy="8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2" descr="Feedback - Free user icons">
            <a:extLst>
              <a:ext uri="{FF2B5EF4-FFF2-40B4-BE49-F238E27FC236}">
                <a16:creationId xmlns:a16="http://schemas.microsoft.com/office/drawing/2014/main" id="{CE343474-433B-8A7B-733C-88EA185E6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50" y="488652"/>
            <a:ext cx="415143" cy="41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world_22002">
            <a:extLst>
              <a:ext uri="{FF2B5EF4-FFF2-40B4-BE49-F238E27FC236}">
                <a16:creationId xmlns:a16="http://schemas.microsoft.com/office/drawing/2014/main" id="{0ECB6724-08BE-D166-DA71-31BF4FEF8CE8}"/>
              </a:ext>
            </a:extLst>
          </p:cNvPr>
          <p:cNvSpPr/>
          <p:nvPr/>
        </p:nvSpPr>
        <p:spPr>
          <a:xfrm>
            <a:off x="262887" y="112899"/>
            <a:ext cx="303960" cy="304409"/>
          </a:xfrm>
          <a:custGeom>
            <a:avLst/>
            <a:gdLst>
              <a:gd name="T0" fmla="*/ 716 w 1432"/>
              <a:gd name="T1" fmla="*/ 0 h 1432"/>
              <a:gd name="T2" fmla="*/ 523 w 1432"/>
              <a:gd name="T3" fmla="*/ 26 h 1432"/>
              <a:gd name="T4" fmla="*/ 0 w 1432"/>
              <a:gd name="T5" fmla="*/ 716 h 1432"/>
              <a:gd name="T6" fmla="*/ 907 w 1432"/>
              <a:gd name="T7" fmla="*/ 1405 h 1432"/>
              <a:gd name="T8" fmla="*/ 910 w 1432"/>
              <a:gd name="T9" fmla="*/ 1404 h 1432"/>
              <a:gd name="T10" fmla="*/ 71 w 1432"/>
              <a:gd name="T11" fmla="*/ 751 h 1432"/>
              <a:gd name="T12" fmla="*/ 356 w 1432"/>
              <a:gd name="T13" fmla="*/ 976 h 1432"/>
              <a:gd name="T14" fmla="*/ 71 w 1432"/>
              <a:gd name="T15" fmla="*/ 751 h 1432"/>
              <a:gd name="T16" fmla="*/ 1102 w 1432"/>
              <a:gd name="T17" fmla="*/ 681 h 1432"/>
              <a:gd name="T18" fmla="*/ 1307 w 1432"/>
              <a:gd name="T19" fmla="*/ 455 h 1432"/>
              <a:gd name="T20" fmla="*/ 1033 w 1432"/>
              <a:gd name="T21" fmla="*/ 681 h 1432"/>
              <a:gd name="T22" fmla="*/ 751 w 1432"/>
              <a:gd name="T23" fmla="*/ 455 h 1432"/>
              <a:gd name="T24" fmla="*/ 1033 w 1432"/>
              <a:gd name="T25" fmla="*/ 681 h 1432"/>
              <a:gd name="T26" fmla="*/ 751 w 1432"/>
              <a:gd name="T27" fmla="*/ 71 h 1432"/>
              <a:gd name="T28" fmla="*/ 987 w 1432"/>
              <a:gd name="T29" fmla="*/ 386 h 1432"/>
              <a:gd name="T30" fmla="*/ 681 w 1432"/>
              <a:gd name="T31" fmla="*/ 386 h 1432"/>
              <a:gd name="T32" fmla="*/ 567 w 1432"/>
              <a:gd name="T33" fmla="*/ 87 h 1432"/>
              <a:gd name="T34" fmla="*/ 681 w 1432"/>
              <a:gd name="T35" fmla="*/ 386 h 1432"/>
              <a:gd name="T36" fmla="*/ 681 w 1432"/>
              <a:gd name="T37" fmla="*/ 681 h 1432"/>
              <a:gd name="T38" fmla="*/ 423 w 1432"/>
              <a:gd name="T39" fmla="*/ 455 h 1432"/>
              <a:gd name="T40" fmla="*/ 328 w 1432"/>
              <a:gd name="T41" fmla="*/ 681 h 1432"/>
              <a:gd name="T42" fmla="*/ 125 w 1432"/>
              <a:gd name="T43" fmla="*/ 455 h 1432"/>
              <a:gd name="T44" fmla="*/ 328 w 1432"/>
              <a:gd name="T45" fmla="*/ 681 h 1432"/>
              <a:gd name="T46" fmla="*/ 681 w 1432"/>
              <a:gd name="T47" fmla="*/ 751 h 1432"/>
              <a:gd name="T48" fmla="*/ 427 w 1432"/>
              <a:gd name="T49" fmla="*/ 976 h 1432"/>
              <a:gd name="T50" fmla="*/ 681 w 1432"/>
              <a:gd name="T51" fmla="*/ 1046 h 1432"/>
              <a:gd name="T52" fmla="*/ 582 w 1432"/>
              <a:gd name="T53" fmla="*/ 1348 h 1432"/>
              <a:gd name="T54" fmla="*/ 681 w 1432"/>
              <a:gd name="T55" fmla="*/ 1046 h 1432"/>
              <a:gd name="T56" fmla="*/ 992 w 1432"/>
              <a:gd name="T57" fmla="*/ 1046 h 1432"/>
              <a:gd name="T58" fmla="*/ 751 w 1432"/>
              <a:gd name="T59" fmla="*/ 1360 h 1432"/>
              <a:gd name="T60" fmla="*/ 751 w 1432"/>
              <a:gd name="T61" fmla="*/ 1046 h 1432"/>
              <a:gd name="T62" fmla="*/ 751 w 1432"/>
              <a:gd name="T63" fmla="*/ 751 h 1432"/>
              <a:gd name="T64" fmla="*/ 1009 w 1432"/>
              <a:gd name="T65" fmla="*/ 976 h 1432"/>
              <a:gd name="T66" fmla="*/ 1103 w 1432"/>
              <a:gd name="T67" fmla="*/ 751 h 1432"/>
              <a:gd name="T68" fmla="*/ 1307 w 1432"/>
              <a:gd name="T69" fmla="*/ 976 h 1432"/>
              <a:gd name="T70" fmla="*/ 1103 w 1432"/>
              <a:gd name="T71" fmla="*/ 751 h 1432"/>
              <a:gd name="T72" fmla="*/ 1059 w 1432"/>
              <a:gd name="T73" fmla="*/ 386 h 1432"/>
              <a:gd name="T74" fmla="*/ 1270 w 1432"/>
              <a:gd name="T75" fmla="*/ 386 h 1432"/>
              <a:gd name="T76" fmla="*/ 368 w 1432"/>
              <a:gd name="T77" fmla="*/ 386 h 1432"/>
              <a:gd name="T78" fmla="*/ 470 w 1432"/>
              <a:gd name="T79" fmla="*/ 118 h 1432"/>
              <a:gd name="T80" fmla="*/ 373 w 1432"/>
              <a:gd name="T81" fmla="*/ 1046 h 1432"/>
              <a:gd name="T82" fmla="*/ 161 w 1432"/>
              <a:gd name="T83" fmla="*/ 1046 h 1432"/>
              <a:gd name="T84" fmla="*/ 1064 w 1432"/>
              <a:gd name="T85" fmla="*/ 1046 h 1432"/>
              <a:gd name="T86" fmla="*/ 962 w 1432"/>
              <a:gd name="T87" fmla="*/ 1313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32" h="1432">
                <a:moveTo>
                  <a:pt x="1432" y="716"/>
                </a:moveTo>
                <a:cubicBezTo>
                  <a:pt x="1432" y="321"/>
                  <a:pt x="1110" y="0"/>
                  <a:pt x="716" y="0"/>
                </a:cubicBezTo>
                <a:cubicBezTo>
                  <a:pt x="649" y="0"/>
                  <a:pt x="585" y="10"/>
                  <a:pt x="524" y="27"/>
                </a:cubicBezTo>
                <a:lnTo>
                  <a:pt x="523" y="26"/>
                </a:lnTo>
                <a:cubicBezTo>
                  <a:pt x="522" y="26"/>
                  <a:pt x="522" y="27"/>
                  <a:pt x="522" y="27"/>
                </a:cubicBezTo>
                <a:cubicBezTo>
                  <a:pt x="221" y="112"/>
                  <a:pt x="0" y="388"/>
                  <a:pt x="0" y="716"/>
                </a:cubicBezTo>
                <a:cubicBezTo>
                  <a:pt x="0" y="1110"/>
                  <a:pt x="321" y="1432"/>
                  <a:pt x="716" y="1432"/>
                </a:cubicBezTo>
                <a:cubicBezTo>
                  <a:pt x="782" y="1432"/>
                  <a:pt x="846" y="1422"/>
                  <a:pt x="907" y="1405"/>
                </a:cubicBezTo>
                <a:lnTo>
                  <a:pt x="909" y="1406"/>
                </a:lnTo>
                <a:cubicBezTo>
                  <a:pt x="909" y="1405"/>
                  <a:pt x="909" y="1405"/>
                  <a:pt x="910" y="1404"/>
                </a:cubicBezTo>
                <a:cubicBezTo>
                  <a:pt x="1210" y="1319"/>
                  <a:pt x="1432" y="1043"/>
                  <a:pt x="1432" y="716"/>
                </a:cubicBezTo>
                <a:close/>
                <a:moveTo>
                  <a:pt x="71" y="751"/>
                </a:moveTo>
                <a:lnTo>
                  <a:pt x="329" y="751"/>
                </a:lnTo>
                <a:cubicBezTo>
                  <a:pt x="332" y="827"/>
                  <a:pt x="340" y="903"/>
                  <a:pt x="356" y="976"/>
                </a:cubicBezTo>
                <a:lnTo>
                  <a:pt x="125" y="976"/>
                </a:lnTo>
                <a:cubicBezTo>
                  <a:pt x="94" y="907"/>
                  <a:pt x="75" y="831"/>
                  <a:pt x="71" y="751"/>
                </a:cubicBezTo>
                <a:close/>
                <a:moveTo>
                  <a:pt x="1360" y="681"/>
                </a:moveTo>
                <a:lnTo>
                  <a:pt x="1102" y="681"/>
                </a:lnTo>
                <a:cubicBezTo>
                  <a:pt x="1100" y="604"/>
                  <a:pt x="1091" y="528"/>
                  <a:pt x="1076" y="455"/>
                </a:cubicBezTo>
                <a:lnTo>
                  <a:pt x="1307" y="455"/>
                </a:lnTo>
                <a:cubicBezTo>
                  <a:pt x="1338" y="525"/>
                  <a:pt x="1356" y="601"/>
                  <a:pt x="1360" y="681"/>
                </a:cubicBezTo>
                <a:close/>
                <a:moveTo>
                  <a:pt x="1033" y="681"/>
                </a:moveTo>
                <a:lnTo>
                  <a:pt x="751" y="681"/>
                </a:lnTo>
                <a:lnTo>
                  <a:pt x="751" y="455"/>
                </a:lnTo>
                <a:lnTo>
                  <a:pt x="1005" y="455"/>
                </a:lnTo>
                <a:cubicBezTo>
                  <a:pt x="1021" y="528"/>
                  <a:pt x="1030" y="604"/>
                  <a:pt x="1033" y="681"/>
                </a:cubicBezTo>
                <a:close/>
                <a:moveTo>
                  <a:pt x="751" y="386"/>
                </a:moveTo>
                <a:lnTo>
                  <a:pt x="751" y="71"/>
                </a:lnTo>
                <a:cubicBezTo>
                  <a:pt x="784" y="73"/>
                  <a:pt x="817" y="77"/>
                  <a:pt x="850" y="84"/>
                </a:cubicBezTo>
                <a:cubicBezTo>
                  <a:pt x="910" y="177"/>
                  <a:pt x="956" y="278"/>
                  <a:pt x="987" y="386"/>
                </a:cubicBezTo>
                <a:lnTo>
                  <a:pt x="751" y="386"/>
                </a:lnTo>
                <a:close/>
                <a:moveTo>
                  <a:pt x="681" y="386"/>
                </a:moveTo>
                <a:lnTo>
                  <a:pt x="439" y="386"/>
                </a:lnTo>
                <a:cubicBezTo>
                  <a:pt x="468" y="280"/>
                  <a:pt x="511" y="180"/>
                  <a:pt x="567" y="87"/>
                </a:cubicBezTo>
                <a:cubicBezTo>
                  <a:pt x="604" y="79"/>
                  <a:pt x="642" y="73"/>
                  <a:pt x="681" y="71"/>
                </a:cubicBezTo>
                <a:lnTo>
                  <a:pt x="681" y="386"/>
                </a:lnTo>
                <a:close/>
                <a:moveTo>
                  <a:pt x="681" y="455"/>
                </a:moveTo>
                <a:lnTo>
                  <a:pt x="681" y="681"/>
                </a:lnTo>
                <a:lnTo>
                  <a:pt x="398" y="681"/>
                </a:lnTo>
                <a:cubicBezTo>
                  <a:pt x="399" y="604"/>
                  <a:pt x="407" y="528"/>
                  <a:pt x="423" y="455"/>
                </a:cubicBezTo>
                <a:lnTo>
                  <a:pt x="681" y="455"/>
                </a:lnTo>
                <a:close/>
                <a:moveTo>
                  <a:pt x="328" y="681"/>
                </a:moveTo>
                <a:lnTo>
                  <a:pt x="71" y="681"/>
                </a:lnTo>
                <a:cubicBezTo>
                  <a:pt x="75" y="601"/>
                  <a:pt x="94" y="525"/>
                  <a:pt x="125" y="455"/>
                </a:cubicBezTo>
                <a:lnTo>
                  <a:pt x="352" y="455"/>
                </a:lnTo>
                <a:cubicBezTo>
                  <a:pt x="338" y="529"/>
                  <a:pt x="330" y="604"/>
                  <a:pt x="328" y="681"/>
                </a:cubicBezTo>
                <a:close/>
                <a:moveTo>
                  <a:pt x="399" y="751"/>
                </a:moveTo>
                <a:lnTo>
                  <a:pt x="681" y="751"/>
                </a:lnTo>
                <a:lnTo>
                  <a:pt x="681" y="976"/>
                </a:lnTo>
                <a:lnTo>
                  <a:pt x="427" y="976"/>
                </a:lnTo>
                <a:cubicBezTo>
                  <a:pt x="410" y="903"/>
                  <a:pt x="401" y="828"/>
                  <a:pt x="399" y="751"/>
                </a:cubicBezTo>
                <a:close/>
                <a:moveTo>
                  <a:pt x="681" y="1046"/>
                </a:moveTo>
                <a:lnTo>
                  <a:pt x="681" y="1360"/>
                </a:lnTo>
                <a:cubicBezTo>
                  <a:pt x="647" y="1358"/>
                  <a:pt x="614" y="1355"/>
                  <a:pt x="582" y="1348"/>
                </a:cubicBezTo>
                <a:cubicBezTo>
                  <a:pt x="522" y="1255"/>
                  <a:pt x="476" y="1153"/>
                  <a:pt x="445" y="1046"/>
                </a:cubicBezTo>
                <a:lnTo>
                  <a:pt x="681" y="1046"/>
                </a:lnTo>
                <a:close/>
                <a:moveTo>
                  <a:pt x="751" y="1046"/>
                </a:moveTo>
                <a:lnTo>
                  <a:pt x="992" y="1046"/>
                </a:lnTo>
                <a:cubicBezTo>
                  <a:pt x="964" y="1151"/>
                  <a:pt x="921" y="1252"/>
                  <a:pt x="865" y="1344"/>
                </a:cubicBezTo>
                <a:cubicBezTo>
                  <a:pt x="828" y="1353"/>
                  <a:pt x="790" y="1358"/>
                  <a:pt x="751" y="1360"/>
                </a:cubicBezTo>
                <a:lnTo>
                  <a:pt x="751" y="1046"/>
                </a:lnTo>
                <a:lnTo>
                  <a:pt x="751" y="1046"/>
                </a:lnTo>
                <a:close/>
                <a:moveTo>
                  <a:pt x="751" y="976"/>
                </a:moveTo>
                <a:lnTo>
                  <a:pt x="751" y="751"/>
                </a:lnTo>
                <a:lnTo>
                  <a:pt x="1034" y="751"/>
                </a:lnTo>
                <a:cubicBezTo>
                  <a:pt x="1032" y="827"/>
                  <a:pt x="1024" y="903"/>
                  <a:pt x="1009" y="976"/>
                </a:cubicBezTo>
                <a:lnTo>
                  <a:pt x="751" y="976"/>
                </a:lnTo>
                <a:close/>
                <a:moveTo>
                  <a:pt x="1103" y="751"/>
                </a:moveTo>
                <a:lnTo>
                  <a:pt x="1360" y="751"/>
                </a:lnTo>
                <a:cubicBezTo>
                  <a:pt x="1356" y="831"/>
                  <a:pt x="1338" y="907"/>
                  <a:pt x="1307" y="976"/>
                </a:cubicBezTo>
                <a:lnTo>
                  <a:pt x="1079" y="976"/>
                </a:lnTo>
                <a:cubicBezTo>
                  <a:pt x="1094" y="903"/>
                  <a:pt x="1102" y="827"/>
                  <a:pt x="1103" y="751"/>
                </a:cubicBezTo>
                <a:close/>
                <a:moveTo>
                  <a:pt x="1270" y="386"/>
                </a:moveTo>
                <a:lnTo>
                  <a:pt x="1059" y="386"/>
                </a:lnTo>
                <a:cubicBezTo>
                  <a:pt x="1033" y="290"/>
                  <a:pt x="996" y="199"/>
                  <a:pt x="949" y="114"/>
                </a:cubicBezTo>
                <a:cubicBezTo>
                  <a:pt x="1084" y="166"/>
                  <a:pt x="1197" y="263"/>
                  <a:pt x="1270" y="386"/>
                </a:cubicBezTo>
                <a:close/>
                <a:moveTo>
                  <a:pt x="470" y="118"/>
                </a:moveTo>
                <a:cubicBezTo>
                  <a:pt x="425" y="203"/>
                  <a:pt x="392" y="292"/>
                  <a:pt x="368" y="386"/>
                </a:cubicBezTo>
                <a:lnTo>
                  <a:pt x="161" y="386"/>
                </a:lnTo>
                <a:cubicBezTo>
                  <a:pt x="232" y="267"/>
                  <a:pt x="340" y="172"/>
                  <a:pt x="470" y="118"/>
                </a:cubicBezTo>
                <a:close/>
                <a:moveTo>
                  <a:pt x="161" y="1046"/>
                </a:moveTo>
                <a:lnTo>
                  <a:pt x="373" y="1046"/>
                </a:lnTo>
                <a:cubicBezTo>
                  <a:pt x="399" y="1141"/>
                  <a:pt x="435" y="1232"/>
                  <a:pt x="483" y="1318"/>
                </a:cubicBezTo>
                <a:cubicBezTo>
                  <a:pt x="348" y="1265"/>
                  <a:pt x="235" y="1169"/>
                  <a:pt x="161" y="1046"/>
                </a:cubicBezTo>
                <a:close/>
                <a:moveTo>
                  <a:pt x="962" y="1313"/>
                </a:moveTo>
                <a:cubicBezTo>
                  <a:pt x="1006" y="1229"/>
                  <a:pt x="1040" y="1139"/>
                  <a:pt x="1064" y="1046"/>
                </a:cubicBezTo>
                <a:lnTo>
                  <a:pt x="1270" y="1046"/>
                </a:lnTo>
                <a:cubicBezTo>
                  <a:pt x="1199" y="1165"/>
                  <a:pt x="1091" y="1260"/>
                  <a:pt x="962" y="131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9" name="文本框 1048">
            <a:extLst>
              <a:ext uri="{FF2B5EF4-FFF2-40B4-BE49-F238E27FC236}">
                <a16:creationId xmlns:a16="http://schemas.microsoft.com/office/drawing/2014/main" id="{0AFC723F-ED21-EA90-E678-E2D6CA8A3299}"/>
              </a:ext>
            </a:extLst>
          </p:cNvPr>
          <p:cNvSpPr txBox="1"/>
          <p:nvPr/>
        </p:nvSpPr>
        <p:spPr>
          <a:xfrm>
            <a:off x="793964" y="50415"/>
            <a:ext cx="2908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Language Feedback or Observation 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From User/Environment</a:t>
            </a:r>
            <a:endParaRPr lang="zh-CN" altLang="en-US" sz="14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53" name="矩形: 圆角 1052">
            <a:extLst>
              <a:ext uri="{FF2B5EF4-FFF2-40B4-BE49-F238E27FC236}">
                <a16:creationId xmlns:a16="http://schemas.microsoft.com/office/drawing/2014/main" id="{01E6E1DE-CE09-AD6E-08AA-CA6E0019BAE7}"/>
              </a:ext>
            </a:extLst>
          </p:cNvPr>
          <p:cNvSpPr>
            <a:spLocks/>
          </p:cNvSpPr>
          <p:nvPr/>
        </p:nvSpPr>
        <p:spPr>
          <a:xfrm>
            <a:off x="2261661" y="25902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54" name="矩形: 圆角 1053">
            <a:extLst>
              <a:ext uri="{FF2B5EF4-FFF2-40B4-BE49-F238E27FC236}">
                <a16:creationId xmlns:a16="http://schemas.microsoft.com/office/drawing/2014/main" id="{C51FAB1A-F869-1F69-E1A4-841F60AB8093}"/>
              </a:ext>
            </a:extLst>
          </p:cNvPr>
          <p:cNvSpPr>
            <a:spLocks/>
          </p:cNvSpPr>
          <p:nvPr/>
        </p:nvSpPr>
        <p:spPr>
          <a:xfrm>
            <a:off x="2880574" y="2590231"/>
            <a:ext cx="472415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56" name="直接箭头连接符 1055">
            <a:extLst>
              <a:ext uri="{FF2B5EF4-FFF2-40B4-BE49-F238E27FC236}">
                <a16:creationId xmlns:a16="http://schemas.microsoft.com/office/drawing/2014/main" id="{B7B84907-69ED-7B1F-32ED-C159C2CF2F04}"/>
              </a:ext>
            </a:extLst>
          </p:cNvPr>
          <p:cNvCxnSpPr>
            <a:cxnSpLocks/>
            <a:stCxn id="1053" idx="3"/>
            <a:endCxn id="1054" idx="1"/>
          </p:cNvCxnSpPr>
          <p:nvPr/>
        </p:nvCxnSpPr>
        <p:spPr>
          <a:xfrm>
            <a:off x="2734059" y="2765139"/>
            <a:ext cx="146498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接箭头连接符 1056">
            <a:extLst>
              <a:ext uri="{FF2B5EF4-FFF2-40B4-BE49-F238E27FC236}">
                <a16:creationId xmlns:a16="http://schemas.microsoft.com/office/drawing/2014/main" id="{DC61A12D-78ED-9970-1EAC-4AD9607AADF7}"/>
              </a:ext>
            </a:extLst>
          </p:cNvPr>
          <p:cNvCxnSpPr>
            <a:cxnSpLocks/>
            <a:stCxn id="1054" idx="3"/>
            <a:endCxn id="1097" idx="1"/>
          </p:cNvCxnSpPr>
          <p:nvPr/>
        </p:nvCxnSpPr>
        <p:spPr>
          <a:xfrm flipV="1">
            <a:off x="3352989" y="2763660"/>
            <a:ext cx="224381" cy="1496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矩形: 圆角 1076">
            <a:extLst>
              <a:ext uri="{FF2B5EF4-FFF2-40B4-BE49-F238E27FC236}">
                <a16:creationId xmlns:a16="http://schemas.microsoft.com/office/drawing/2014/main" id="{220413A2-7644-5C39-FA9E-261A10B8A1C5}"/>
              </a:ext>
            </a:extLst>
          </p:cNvPr>
          <p:cNvSpPr>
            <a:spLocks/>
          </p:cNvSpPr>
          <p:nvPr/>
        </p:nvSpPr>
        <p:spPr>
          <a:xfrm>
            <a:off x="1914428" y="558495"/>
            <a:ext cx="857585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 verbose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8" name="矩形: 圆角 1077">
            <a:extLst>
              <a:ext uri="{FF2B5EF4-FFF2-40B4-BE49-F238E27FC236}">
                <a16:creationId xmlns:a16="http://schemas.microsoft.com/office/drawing/2014/main" id="{7502ED11-2589-F44B-3C57-E48501C2BB50}"/>
              </a:ext>
            </a:extLst>
          </p:cNvPr>
          <p:cNvSpPr>
            <a:spLocks/>
          </p:cNvSpPr>
          <p:nvPr/>
        </p:nvSpPr>
        <p:spPr>
          <a:xfrm>
            <a:off x="2823863" y="558495"/>
            <a:ext cx="950369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Wrong format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9" name="矩形: 圆角 1078">
            <a:extLst>
              <a:ext uri="{FF2B5EF4-FFF2-40B4-BE49-F238E27FC236}">
                <a16:creationId xmlns:a16="http://schemas.microsoft.com/office/drawing/2014/main" id="{A15A8FB8-4EDF-3BB9-F280-2273778093E7}"/>
              </a:ext>
            </a:extLst>
          </p:cNvPr>
          <p:cNvSpPr>
            <a:spLocks/>
          </p:cNvSpPr>
          <p:nvPr/>
        </p:nvSpPr>
        <p:spPr>
          <a:xfrm>
            <a:off x="642789" y="558495"/>
            <a:ext cx="1210211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</a:rPr>
              <a:t>Item details: [...]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86" name="矩形: 圆角 1085">
            <a:extLst>
              <a:ext uri="{FF2B5EF4-FFF2-40B4-BE49-F238E27FC236}">
                <a16:creationId xmlns:a16="http://schemas.microsoft.com/office/drawing/2014/main" id="{765ED9B1-2365-086B-65A7-E4E87CDDF573}"/>
              </a:ext>
            </a:extLst>
          </p:cNvPr>
          <p:cNvSpPr/>
          <p:nvPr/>
        </p:nvSpPr>
        <p:spPr>
          <a:xfrm>
            <a:off x="4031706" y="1636652"/>
            <a:ext cx="1001529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16" name="连接符: 肘形 1115">
            <a:extLst>
              <a:ext uri="{FF2B5EF4-FFF2-40B4-BE49-F238E27FC236}">
                <a16:creationId xmlns:a16="http://schemas.microsoft.com/office/drawing/2014/main" id="{20AE49C9-6B7A-8108-929F-CAE6A511339A}"/>
              </a:ext>
            </a:extLst>
          </p:cNvPr>
          <p:cNvCxnSpPr>
            <a:cxnSpLocks/>
            <a:stCxn id="1086" idx="1"/>
            <a:endCxn id="1120" idx="0"/>
          </p:cNvCxnSpPr>
          <p:nvPr/>
        </p:nvCxnSpPr>
        <p:spPr>
          <a:xfrm rot="10800000" flipV="1">
            <a:off x="3179825" y="1794590"/>
            <a:ext cx="851864" cy="23727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0" name="矩形: 圆角 1119">
            <a:extLst>
              <a:ext uri="{FF2B5EF4-FFF2-40B4-BE49-F238E27FC236}">
                <a16:creationId xmlns:a16="http://schemas.microsoft.com/office/drawing/2014/main" id="{F3F3A430-1238-CA45-AC36-858F308E3E36}"/>
              </a:ext>
            </a:extLst>
          </p:cNvPr>
          <p:cNvSpPr>
            <a:spLocks/>
          </p:cNvSpPr>
          <p:nvPr/>
        </p:nvSpPr>
        <p:spPr>
          <a:xfrm>
            <a:off x="2943634" y="203188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21" name="矩形: 圆角 1120">
            <a:extLst>
              <a:ext uri="{FF2B5EF4-FFF2-40B4-BE49-F238E27FC236}">
                <a16:creationId xmlns:a16="http://schemas.microsoft.com/office/drawing/2014/main" id="{9924F4A3-B2DA-C43A-9CC1-8E2FA30B6DD3}"/>
              </a:ext>
            </a:extLst>
          </p:cNvPr>
          <p:cNvSpPr>
            <a:spLocks/>
          </p:cNvSpPr>
          <p:nvPr/>
        </p:nvSpPr>
        <p:spPr>
          <a:xfrm>
            <a:off x="4562926" y="203188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7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23" name="直接箭头连接符 1122">
            <a:extLst>
              <a:ext uri="{FF2B5EF4-FFF2-40B4-BE49-F238E27FC236}">
                <a16:creationId xmlns:a16="http://schemas.microsoft.com/office/drawing/2014/main" id="{E5D1092D-EF0A-0B48-EA91-4FEB3F28C865}"/>
              </a:ext>
            </a:extLst>
          </p:cNvPr>
          <p:cNvCxnSpPr>
            <a:cxnSpLocks/>
            <a:stCxn id="1120" idx="3"/>
          </p:cNvCxnSpPr>
          <p:nvPr/>
        </p:nvCxnSpPr>
        <p:spPr>
          <a:xfrm>
            <a:off x="3416032" y="2206793"/>
            <a:ext cx="338492" cy="134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直接箭头连接符 1124">
            <a:extLst>
              <a:ext uri="{FF2B5EF4-FFF2-40B4-BE49-F238E27FC236}">
                <a16:creationId xmlns:a16="http://schemas.microsoft.com/office/drawing/2014/main" id="{F37F0740-7BC8-1EC6-7284-F7EC74807D2D}"/>
              </a:ext>
            </a:extLst>
          </p:cNvPr>
          <p:cNvCxnSpPr>
            <a:cxnSpLocks/>
            <a:endCxn id="1121" idx="1"/>
          </p:cNvCxnSpPr>
          <p:nvPr/>
        </p:nvCxnSpPr>
        <p:spPr>
          <a:xfrm flipV="1">
            <a:off x="4163627" y="2206793"/>
            <a:ext cx="399299" cy="134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连接符: 肘形 1142">
            <a:extLst>
              <a:ext uri="{FF2B5EF4-FFF2-40B4-BE49-F238E27FC236}">
                <a16:creationId xmlns:a16="http://schemas.microsoft.com/office/drawing/2014/main" id="{0C46AEC6-248C-BB68-C4A5-1EEF674F78A8}"/>
              </a:ext>
            </a:extLst>
          </p:cNvPr>
          <p:cNvCxnSpPr>
            <a:cxnSpLocks/>
            <a:stCxn id="1101" idx="3"/>
            <a:endCxn id="1184" idx="3"/>
          </p:cNvCxnSpPr>
          <p:nvPr/>
        </p:nvCxnSpPr>
        <p:spPr>
          <a:xfrm flipH="1">
            <a:off x="4995069" y="2755054"/>
            <a:ext cx="40272" cy="395663"/>
          </a:xfrm>
          <a:prstGeom prst="bentConnector3">
            <a:avLst>
              <a:gd name="adj1" fmla="val -427193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7" name="矩形: 圆角 1146">
            <a:extLst>
              <a:ext uri="{FF2B5EF4-FFF2-40B4-BE49-F238E27FC236}">
                <a16:creationId xmlns:a16="http://schemas.microsoft.com/office/drawing/2014/main" id="{02308F65-5F6D-7D90-54D3-3CF00F763D21}"/>
              </a:ext>
            </a:extLst>
          </p:cNvPr>
          <p:cNvSpPr>
            <a:spLocks/>
          </p:cNvSpPr>
          <p:nvPr/>
        </p:nvSpPr>
        <p:spPr>
          <a:xfrm>
            <a:off x="4562926" y="3375118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8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81" name="连接符: 肘形 1180">
            <a:extLst>
              <a:ext uri="{FF2B5EF4-FFF2-40B4-BE49-F238E27FC236}">
                <a16:creationId xmlns:a16="http://schemas.microsoft.com/office/drawing/2014/main" id="{929ECF4C-F393-3B30-FEED-029297D83197}"/>
              </a:ext>
            </a:extLst>
          </p:cNvPr>
          <p:cNvCxnSpPr>
            <a:cxnSpLocks/>
          </p:cNvCxnSpPr>
          <p:nvPr/>
        </p:nvCxnSpPr>
        <p:spPr>
          <a:xfrm flipH="1">
            <a:off x="5033218" y="1417956"/>
            <a:ext cx="2106" cy="376651"/>
          </a:xfrm>
          <a:prstGeom prst="bentConnector3">
            <a:avLst>
              <a:gd name="adj1" fmla="val -10854701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矩形: 圆角 1183">
            <a:extLst>
              <a:ext uri="{FF2B5EF4-FFF2-40B4-BE49-F238E27FC236}">
                <a16:creationId xmlns:a16="http://schemas.microsoft.com/office/drawing/2014/main" id="{818831F1-5F4A-747C-73BD-0A86557EF102}"/>
              </a:ext>
            </a:extLst>
          </p:cNvPr>
          <p:cNvSpPr/>
          <p:nvPr/>
        </p:nvSpPr>
        <p:spPr>
          <a:xfrm>
            <a:off x="3993539" y="2992779"/>
            <a:ext cx="1001530" cy="31587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0" name="矩形: 圆角 1199">
            <a:extLst>
              <a:ext uri="{FF2B5EF4-FFF2-40B4-BE49-F238E27FC236}">
                <a16:creationId xmlns:a16="http://schemas.microsoft.com/office/drawing/2014/main" id="{12785180-ABA2-F60A-F6BC-4F948412D41B}"/>
              </a:ext>
            </a:extLst>
          </p:cNvPr>
          <p:cNvSpPr>
            <a:spLocks/>
          </p:cNvSpPr>
          <p:nvPr/>
        </p:nvSpPr>
        <p:spPr>
          <a:xfrm>
            <a:off x="5412090" y="1239418"/>
            <a:ext cx="442509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1" name="矩形: 圆角 1200">
            <a:extLst>
              <a:ext uri="{FF2B5EF4-FFF2-40B4-BE49-F238E27FC236}">
                <a16:creationId xmlns:a16="http://schemas.microsoft.com/office/drawing/2014/main" id="{39334907-6A6B-9EE7-1028-35BF6F32E8EA}"/>
              </a:ext>
            </a:extLst>
          </p:cNvPr>
          <p:cNvSpPr>
            <a:spLocks/>
          </p:cNvSpPr>
          <p:nvPr/>
        </p:nvSpPr>
        <p:spPr>
          <a:xfrm>
            <a:off x="5412090" y="2025435"/>
            <a:ext cx="442509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0.6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2" name="矩形: 圆角 1201">
            <a:extLst>
              <a:ext uri="{FF2B5EF4-FFF2-40B4-BE49-F238E27FC236}">
                <a16:creationId xmlns:a16="http://schemas.microsoft.com/office/drawing/2014/main" id="{9D7E6F1B-927E-4F1D-4246-DE131B45D801}"/>
              </a:ext>
            </a:extLst>
          </p:cNvPr>
          <p:cNvSpPr>
            <a:spLocks/>
          </p:cNvSpPr>
          <p:nvPr/>
        </p:nvSpPr>
        <p:spPr>
          <a:xfrm>
            <a:off x="5412090" y="2578656"/>
            <a:ext cx="442509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3" name="矩形: 圆角 1202">
            <a:extLst>
              <a:ext uri="{FF2B5EF4-FFF2-40B4-BE49-F238E27FC236}">
                <a16:creationId xmlns:a16="http://schemas.microsoft.com/office/drawing/2014/main" id="{2DE7160A-8447-70A0-642A-38772B4F87A1}"/>
              </a:ext>
            </a:extLst>
          </p:cNvPr>
          <p:cNvSpPr>
            <a:spLocks/>
          </p:cNvSpPr>
          <p:nvPr/>
        </p:nvSpPr>
        <p:spPr>
          <a:xfrm>
            <a:off x="5412090" y="3371395"/>
            <a:ext cx="442509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D951F1CB-7466-58BA-3479-5ACE518BD520}"/>
              </a:ext>
            </a:extLst>
          </p:cNvPr>
          <p:cNvCxnSpPr>
            <a:cxnSpLocks/>
            <a:stCxn id="1121" idx="3"/>
            <a:endCxn id="1201" idx="1"/>
          </p:cNvCxnSpPr>
          <p:nvPr/>
        </p:nvCxnSpPr>
        <p:spPr>
          <a:xfrm flipV="1">
            <a:off x="5035341" y="2200343"/>
            <a:ext cx="376749" cy="6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16EF6364-97A5-07B2-82FE-7395F933026F}"/>
              </a:ext>
            </a:extLst>
          </p:cNvPr>
          <p:cNvCxnSpPr>
            <a:cxnSpLocks/>
            <a:stCxn id="17" idx="3"/>
            <a:endCxn id="1200" idx="1"/>
          </p:cNvCxnSpPr>
          <p:nvPr/>
        </p:nvCxnSpPr>
        <p:spPr>
          <a:xfrm flipV="1">
            <a:off x="5035341" y="1414343"/>
            <a:ext cx="376749" cy="361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直接箭头连接符 1211">
            <a:extLst>
              <a:ext uri="{FF2B5EF4-FFF2-40B4-BE49-F238E27FC236}">
                <a16:creationId xmlns:a16="http://schemas.microsoft.com/office/drawing/2014/main" id="{50AD7815-CC92-78F8-8DD7-C2760A00C4B4}"/>
              </a:ext>
            </a:extLst>
          </p:cNvPr>
          <p:cNvCxnSpPr>
            <a:cxnSpLocks/>
            <a:stCxn id="1101" idx="3"/>
            <a:endCxn id="1202" idx="1"/>
          </p:cNvCxnSpPr>
          <p:nvPr/>
        </p:nvCxnSpPr>
        <p:spPr>
          <a:xfrm flipV="1">
            <a:off x="5035341" y="2753581"/>
            <a:ext cx="376749" cy="14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直接箭头连接符 1214">
            <a:extLst>
              <a:ext uri="{FF2B5EF4-FFF2-40B4-BE49-F238E27FC236}">
                <a16:creationId xmlns:a16="http://schemas.microsoft.com/office/drawing/2014/main" id="{C1E60837-D6BE-C984-8CEE-4F0C414E8A07}"/>
              </a:ext>
            </a:extLst>
          </p:cNvPr>
          <p:cNvCxnSpPr>
            <a:cxnSpLocks/>
            <a:stCxn id="1147" idx="3"/>
            <a:endCxn id="1203" idx="1"/>
          </p:cNvCxnSpPr>
          <p:nvPr/>
        </p:nvCxnSpPr>
        <p:spPr>
          <a:xfrm flipV="1">
            <a:off x="5035341" y="3546320"/>
            <a:ext cx="376749" cy="3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6" name="文本框 1225">
            <a:extLst>
              <a:ext uri="{FF2B5EF4-FFF2-40B4-BE49-F238E27FC236}">
                <a16:creationId xmlns:a16="http://schemas.microsoft.com/office/drawing/2014/main" id="{ECCED719-39DC-A842-EA07-190E09862916}"/>
              </a:ext>
            </a:extLst>
          </p:cNvPr>
          <p:cNvSpPr txBox="1"/>
          <p:nvPr/>
        </p:nvSpPr>
        <p:spPr>
          <a:xfrm>
            <a:off x="2128393" y="1909085"/>
            <a:ext cx="581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Retry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257" name="图片 1256">
            <a:extLst>
              <a:ext uri="{FF2B5EF4-FFF2-40B4-BE49-F238E27FC236}">
                <a16:creationId xmlns:a16="http://schemas.microsoft.com/office/drawing/2014/main" id="{C6D4B2D6-CCD6-23DE-0C9C-D43AAA722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219" y="2028470"/>
            <a:ext cx="379437" cy="379437"/>
          </a:xfrm>
          <a:prstGeom prst="rect">
            <a:avLst/>
          </a:prstGeom>
        </p:spPr>
      </p:pic>
      <p:sp>
        <p:nvSpPr>
          <p:cNvPr id="1259" name="文本框 1258">
            <a:extLst>
              <a:ext uri="{FF2B5EF4-FFF2-40B4-BE49-F238E27FC236}">
                <a16:creationId xmlns:a16="http://schemas.microsoft.com/office/drawing/2014/main" id="{08D0DC3E-5F79-A788-A78D-7D5EF02DFBA4}"/>
              </a:ext>
            </a:extLst>
          </p:cNvPr>
          <p:cNvSpPr txBox="1"/>
          <p:nvPr/>
        </p:nvSpPr>
        <p:spPr>
          <a:xfrm>
            <a:off x="5131310" y="4066265"/>
            <a:ext cx="2214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400" dirty="0">
                <a:latin typeface="Cambria" panose="02040503050406030204" pitchFamily="18" charset="0"/>
              </a:rPr>
              <a:t>Positive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</a:rPr>
              <a:t>Advantage </a:t>
            </a:r>
            <a:r>
              <a:rPr lang="en" altLang="zh-CN" sz="1400" dirty="0">
                <a:latin typeface="Cambria" panose="02040503050406030204" pitchFamily="18" charset="0"/>
              </a:rPr>
              <a:t>Amplification</a:t>
            </a:r>
            <a:endParaRPr lang="zh-CN" altLang="en-US" sz="1400" dirty="0">
              <a:latin typeface="Cambria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DBC7F5-194D-561D-6520-71542010D8AD}"/>
              </a:ext>
            </a:extLst>
          </p:cNvPr>
          <p:cNvSpPr txBox="1"/>
          <p:nvPr/>
        </p:nvSpPr>
        <p:spPr>
          <a:xfrm>
            <a:off x="3221438" y="1767800"/>
            <a:ext cx="815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Guidance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0" name="曲线连接符 9">
            <a:extLst>
              <a:ext uri="{FF2B5EF4-FFF2-40B4-BE49-F238E27FC236}">
                <a16:creationId xmlns:a16="http://schemas.microsoft.com/office/drawing/2014/main" id="{6CC86A77-9A2C-4B70-FD03-4047C7A1216E}"/>
              </a:ext>
            </a:extLst>
          </p:cNvPr>
          <p:cNvCxnSpPr>
            <a:cxnSpLocks/>
            <a:stCxn id="15" idx="2"/>
            <a:endCxn id="1120" idx="1"/>
          </p:cNvCxnSpPr>
          <p:nvPr/>
        </p:nvCxnSpPr>
        <p:spPr>
          <a:xfrm rot="16200000" flipH="1">
            <a:off x="2413769" y="1676962"/>
            <a:ext cx="613930" cy="445765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146">
            <a:extLst>
              <a:ext uri="{FF2B5EF4-FFF2-40B4-BE49-F238E27FC236}">
                <a16:creationId xmlns:a16="http://schemas.microsoft.com/office/drawing/2014/main" id="{7FC2C5BD-3B58-1C8D-E3E4-012D7B8FD8C3}"/>
              </a:ext>
            </a:extLst>
          </p:cNvPr>
          <p:cNvSpPr>
            <a:spLocks/>
          </p:cNvSpPr>
          <p:nvPr/>
        </p:nvSpPr>
        <p:spPr>
          <a:xfrm>
            <a:off x="3577370" y="336711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32132588-8A0E-143A-BCBA-B20B90FBDBDD}"/>
              </a:ext>
            </a:extLst>
          </p:cNvPr>
          <p:cNvCxnSpPr>
            <a:cxnSpLocks/>
            <a:stCxn id="1054" idx="2"/>
            <a:endCxn id="18" idx="1"/>
          </p:cNvCxnSpPr>
          <p:nvPr/>
        </p:nvCxnSpPr>
        <p:spPr>
          <a:xfrm rot="16200000" flipH="1">
            <a:off x="3046096" y="3010766"/>
            <a:ext cx="601960" cy="460588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矩形: 圆角 1053">
            <a:extLst>
              <a:ext uri="{FF2B5EF4-FFF2-40B4-BE49-F238E27FC236}">
                <a16:creationId xmlns:a16="http://schemas.microsoft.com/office/drawing/2014/main" id="{7B6FF7F7-55F5-9BD3-BBF8-E5CA29EADE1B}"/>
              </a:ext>
            </a:extLst>
          </p:cNvPr>
          <p:cNvSpPr>
            <a:spLocks/>
          </p:cNvSpPr>
          <p:nvPr/>
        </p:nvSpPr>
        <p:spPr>
          <a:xfrm>
            <a:off x="3577370" y="2588735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3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1" name="矩形: 圆角 1053">
            <a:extLst>
              <a:ext uri="{FF2B5EF4-FFF2-40B4-BE49-F238E27FC236}">
                <a16:creationId xmlns:a16="http://schemas.microsoft.com/office/drawing/2014/main" id="{727C64BF-7FF0-3EC0-599D-7D7EE3336897}"/>
              </a:ext>
            </a:extLst>
          </p:cNvPr>
          <p:cNvSpPr>
            <a:spLocks/>
          </p:cNvSpPr>
          <p:nvPr/>
        </p:nvSpPr>
        <p:spPr>
          <a:xfrm>
            <a:off x="4562926" y="2580129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</a:t>
            </a:r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8" name="文本框 1107">
            <a:extLst>
              <a:ext uri="{FF2B5EF4-FFF2-40B4-BE49-F238E27FC236}">
                <a16:creationId xmlns:a16="http://schemas.microsoft.com/office/drawing/2014/main" id="{4F1AD9C9-6735-7A24-404E-96204AF804FE}"/>
              </a:ext>
            </a:extLst>
          </p:cNvPr>
          <p:cNvSpPr txBox="1"/>
          <p:nvPr/>
        </p:nvSpPr>
        <p:spPr>
          <a:xfrm>
            <a:off x="2626810" y="3179652"/>
            <a:ext cx="581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Retry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12" name="连接符: 肘形 1115">
            <a:extLst>
              <a:ext uri="{FF2B5EF4-FFF2-40B4-BE49-F238E27FC236}">
                <a16:creationId xmlns:a16="http://schemas.microsoft.com/office/drawing/2014/main" id="{99F27C96-6657-AAB4-6826-A2264250FC1E}"/>
              </a:ext>
            </a:extLst>
          </p:cNvPr>
          <p:cNvCxnSpPr>
            <a:cxnSpLocks/>
            <a:stCxn id="1184" idx="1"/>
            <a:endCxn id="18" idx="0"/>
          </p:cNvCxnSpPr>
          <p:nvPr/>
        </p:nvCxnSpPr>
        <p:spPr>
          <a:xfrm rot="10800000" flipV="1">
            <a:off x="3813579" y="3150717"/>
            <a:ext cx="179961" cy="21639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/>
              <p:nvPr/>
            </p:nvSpPr>
            <p:spPr>
              <a:xfrm>
                <a:off x="4099611" y="256711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6BF18416-D1ED-E1CA-3565-0C58512E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611" y="2567114"/>
                <a:ext cx="409086" cy="2617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6" name="直接箭头连接符 1122">
            <a:extLst>
              <a:ext uri="{FF2B5EF4-FFF2-40B4-BE49-F238E27FC236}">
                <a16:creationId xmlns:a16="http://schemas.microsoft.com/office/drawing/2014/main" id="{C7A5CECB-438E-43B6-A978-A52C7CC3DFC5}"/>
              </a:ext>
            </a:extLst>
          </p:cNvPr>
          <p:cNvCxnSpPr>
            <a:cxnSpLocks/>
            <a:stCxn id="1097" idx="3"/>
          </p:cNvCxnSpPr>
          <p:nvPr/>
        </p:nvCxnSpPr>
        <p:spPr>
          <a:xfrm>
            <a:off x="4049785" y="2763643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直接箭头连接符 1122">
            <a:extLst>
              <a:ext uri="{FF2B5EF4-FFF2-40B4-BE49-F238E27FC236}">
                <a16:creationId xmlns:a16="http://schemas.microsoft.com/office/drawing/2014/main" id="{AD4A6D6B-F127-64C4-220A-B1CF5C2F397D}"/>
              </a:ext>
            </a:extLst>
          </p:cNvPr>
          <p:cNvCxnSpPr>
            <a:cxnSpLocks/>
            <a:endCxn id="1101" idx="1"/>
          </p:cNvCxnSpPr>
          <p:nvPr/>
        </p:nvCxnSpPr>
        <p:spPr>
          <a:xfrm>
            <a:off x="4404221" y="2755053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FDA8F8F4-5739-631F-C757-EC5AF39BFDF1}"/>
                  </a:ext>
                </a:extLst>
              </p:cNvPr>
              <p:cNvSpPr txBox="1"/>
              <p:nvPr/>
            </p:nvSpPr>
            <p:spPr>
              <a:xfrm>
                <a:off x="4107202" y="3362622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FDA8F8F4-5739-631F-C757-EC5AF39B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202" y="3362622"/>
                <a:ext cx="409086" cy="2617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5" name="直接箭头连接符 1122">
            <a:extLst>
              <a:ext uri="{FF2B5EF4-FFF2-40B4-BE49-F238E27FC236}">
                <a16:creationId xmlns:a16="http://schemas.microsoft.com/office/drawing/2014/main" id="{30E4B79E-D924-C3EA-5749-0CC6BF5709B6}"/>
              </a:ext>
            </a:extLst>
          </p:cNvPr>
          <p:cNvCxnSpPr>
            <a:cxnSpLocks/>
          </p:cNvCxnSpPr>
          <p:nvPr/>
        </p:nvCxnSpPr>
        <p:spPr>
          <a:xfrm>
            <a:off x="4057376" y="3559151"/>
            <a:ext cx="134419" cy="0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直接箭头连接符 1122">
            <a:extLst>
              <a:ext uri="{FF2B5EF4-FFF2-40B4-BE49-F238E27FC236}">
                <a16:creationId xmlns:a16="http://schemas.microsoft.com/office/drawing/2014/main" id="{C27A9895-D4F1-8C39-339F-A764B817626B}"/>
              </a:ext>
            </a:extLst>
          </p:cNvPr>
          <p:cNvCxnSpPr>
            <a:cxnSpLocks/>
          </p:cNvCxnSpPr>
          <p:nvPr/>
        </p:nvCxnSpPr>
        <p:spPr>
          <a:xfrm>
            <a:off x="4411812" y="3550561"/>
            <a:ext cx="158688" cy="1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/>
              <p:nvPr/>
            </p:nvSpPr>
            <p:spPr>
              <a:xfrm>
                <a:off x="3732413" y="124075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0" name="文本框 1189">
                <a:extLst>
                  <a:ext uri="{FF2B5EF4-FFF2-40B4-BE49-F238E27FC236}">
                    <a16:creationId xmlns:a16="http://schemas.microsoft.com/office/drawing/2014/main" id="{221DFB94-F67B-CDFA-4C84-B1566DC8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413" y="1240754"/>
                <a:ext cx="409086" cy="2617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1" name="文本框 1190">
                <a:extLst>
                  <a:ext uri="{FF2B5EF4-FFF2-40B4-BE49-F238E27FC236}">
                    <a16:creationId xmlns:a16="http://schemas.microsoft.com/office/drawing/2014/main" id="{9947294A-8AAB-9970-49C2-E7E2DC2DEDEF}"/>
                  </a:ext>
                </a:extLst>
              </p:cNvPr>
              <p:cNvSpPr txBox="1"/>
              <p:nvPr/>
            </p:nvSpPr>
            <p:spPr>
              <a:xfrm>
                <a:off x="3754524" y="2029750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1" name="文本框 1190">
                <a:extLst>
                  <a:ext uri="{FF2B5EF4-FFF2-40B4-BE49-F238E27FC236}">
                    <a16:creationId xmlns:a16="http://schemas.microsoft.com/office/drawing/2014/main" id="{9947294A-8AAB-9970-49C2-E7E2DC2DE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524" y="2029750"/>
                <a:ext cx="409086" cy="261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F765321B-9E5F-61A2-F32A-EE9212E8555F}"/>
              </a:ext>
            </a:extLst>
          </p:cNvPr>
          <p:cNvSpPr txBox="1"/>
          <p:nvPr/>
        </p:nvSpPr>
        <p:spPr>
          <a:xfrm>
            <a:off x="6786797" y="3718659"/>
            <a:ext cx="87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sz="1200" dirty="0"/>
              <a:t>Amplified</a:t>
            </a:r>
            <a:endParaRPr lang="en-US" altLang="zh-CN" sz="1200" dirty="0">
              <a:latin typeface="Cambria" panose="02040503050406030204" pitchFamily="18" charset="0"/>
            </a:endParaRPr>
          </a:p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Advantage</a:t>
            </a:r>
            <a:endParaRPr lang="en-US" altLang="zh-CN" sz="1200" i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D58150-EB94-BA8F-1432-370711D4091A}"/>
              </a:ext>
            </a:extLst>
          </p:cNvPr>
          <p:cNvSpPr txBox="1"/>
          <p:nvPr/>
        </p:nvSpPr>
        <p:spPr>
          <a:xfrm>
            <a:off x="2895690" y="4066265"/>
            <a:ext cx="1757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Language-Guided </a:t>
            </a:r>
          </a:p>
          <a:p>
            <a:pPr algn="ctr"/>
            <a:r>
              <a:rPr lang="en-US" altLang="zh-CN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Reflect-Then-Retry</a:t>
            </a:r>
            <a:endParaRPr lang="zh-CN" altLang="en-US" sz="1400" b="1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75378EA-34A0-28D9-AD52-AAF4F56C9D70}"/>
              </a:ext>
            </a:extLst>
          </p:cNvPr>
          <p:cNvCxnSpPr>
            <a:cxnSpLocks/>
            <a:stCxn id="1200" idx="3"/>
            <a:endCxn id="38" idx="1"/>
          </p:cNvCxnSpPr>
          <p:nvPr/>
        </p:nvCxnSpPr>
        <p:spPr>
          <a:xfrm flipV="1">
            <a:off x="5854599" y="1414342"/>
            <a:ext cx="25875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F8A0F26-508D-EBCA-3F93-B01FFC0ACB8A}"/>
              </a:ext>
            </a:extLst>
          </p:cNvPr>
          <p:cNvSpPr>
            <a:spLocks/>
          </p:cNvSpPr>
          <p:nvPr/>
        </p:nvSpPr>
        <p:spPr>
          <a:xfrm>
            <a:off x="6113358" y="1239417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-0.4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E607AFE-A79B-ACF0-B954-BB99D6576741}"/>
              </a:ext>
            </a:extLst>
          </p:cNvPr>
          <p:cNvSpPr>
            <a:spLocks/>
          </p:cNvSpPr>
          <p:nvPr/>
        </p:nvSpPr>
        <p:spPr>
          <a:xfrm>
            <a:off x="6113358" y="2028712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CE4BE2D-FB39-7840-05F7-5D0D61C22595}"/>
              </a:ext>
            </a:extLst>
          </p:cNvPr>
          <p:cNvSpPr>
            <a:spLocks/>
          </p:cNvSpPr>
          <p:nvPr/>
        </p:nvSpPr>
        <p:spPr>
          <a:xfrm>
            <a:off x="6113358" y="2579286"/>
            <a:ext cx="4724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C9D87E3-C26D-B0E2-4896-55E835790A6C}"/>
              </a:ext>
            </a:extLst>
          </p:cNvPr>
          <p:cNvSpPr>
            <a:spLocks/>
          </p:cNvSpPr>
          <p:nvPr/>
        </p:nvSpPr>
        <p:spPr>
          <a:xfrm>
            <a:off x="6113358" y="3371345"/>
            <a:ext cx="472415" cy="349849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0.5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BF1D061-2FA3-3C9C-BE09-B3E6C9240565}"/>
              </a:ext>
            </a:extLst>
          </p:cNvPr>
          <p:cNvCxnSpPr>
            <a:cxnSpLocks/>
            <a:stCxn id="1201" idx="3"/>
            <a:endCxn id="39" idx="1"/>
          </p:cNvCxnSpPr>
          <p:nvPr/>
        </p:nvCxnSpPr>
        <p:spPr>
          <a:xfrm>
            <a:off x="5854599" y="2200360"/>
            <a:ext cx="258759" cy="3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C0FE6B-6ED8-84C6-F3D5-7CA0E311D789}"/>
              </a:ext>
            </a:extLst>
          </p:cNvPr>
          <p:cNvCxnSpPr>
            <a:cxnSpLocks/>
            <a:stCxn id="1202" idx="3"/>
            <a:endCxn id="41" idx="1"/>
          </p:cNvCxnSpPr>
          <p:nvPr/>
        </p:nvCxnSpPr>
        <p:spPr>
          <a:xfrm>
            <a:off x="5854599" y="2753564"/>
            <a:ext cx="258759" cy="6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BE27C2F-C043-D48F-8AD6-BFAAE474A616}"/>
              </a:ext>
            </a:extLst>
          </p:cNvPr>
          <p:cNvCxnSpPr>
            <a:cxnSpLocks/>
            <a:stCxn id="1203" idx="3"/>
            <a:endCxn id="42" idx="1"/>
          </p:cNvCxnSpPr>
          <p:nvPr/>
        </p:nvCxnSpPr>
        <p:spPr>
          <a:xfrm flipV="1">
            <a:off x="5854599" y="3546253"/>
            <a:ext cx="258759" cy="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3BF4916-C9AD-6C71-39D6-ED8FEE158148}"/>
              </a:ext>
            </a:extLst>
          </p:cNvPr>
          <p:cNvSpPr>
            <a:spLocks/>
          </p:cNvSpPr>
          <p:nvPr/>
        </p:nvSpPr>
        <p:spPr>
          <a:xfrm>
            <a:off x="6954720" y="1239417"/>
            <a:ext cx="5776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-0.4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D73575A-D0B0-3635-2058-BC57293E8518}"/>
              </a:ext>
            </a:extLst>
          </p:cNvPr>
          <p:cNvSpPr txBox="1"/>
          <p:nvPr/>
        </p:nvSpPr>
        <p:spPr>
          <a:xfrm>
            <a:off x="5274925" y="3691172"/>
            <a:ext cx="691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Reward</a:t>
            </a:r>
          </a:p>
        </p:txBody>
      </p:sp>
      <p:sp>
        <p:nvSpPr>
          <p:cNvPr id="1032" name="文本框 1031">
            <a:extLst>
              <a:ext uri="{FF2B5EF4-FFF2-40B4-BE49-F238E27FC236}">
                <a16:creationId xmlns:a16="http://schemas.microsoft.com/office/drawing/2014/main" id="{061A8F3C-F4C9-649A-6384-3B99BB4DB9FC}"/>
              </a:ext>
            </a:extLst>
          </p:cNvPr>
          <p:cNvSpPr txBox="1"/>
          <p:nvPr/>
        </p:nvSpPr>
        <p:spPr>
          <a:xfrm>
            <a:off x="5936433" y="3691172"/>
            <a:ext cx="874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Advantage</a:t>
            </a:r>
            <a:endParaRPr lang="en-US" altLang="zh-CN" sz="1200" b="0" i="1" dirty="0">
              <a:latin typeface="Cambria Math" panose="02040503050406030204" pitchFamily="18" charset="0"/>
            </a:endParaRPr>
          </a:p>
        </p:txBody>
      </p:sp>
      <p:cxnSp>
        <p:nvCxnSpPr>
          <p:cNvPr id="1044" name="直接箭头连接符 1043">
            <a:extLst>
              <a:ext uri="{FF2B5EF4-FFF2-40B4-BE49-F238E27FC236}">
                <a16:creationId xmlns:a16="http://schemas.microsoft.com/office/drawing/2014/main" id="{F3904981-6835-E67F-4B74-34810D7C488C}"/>
              </a:ext>
            </a:extLst>
          </p:cNvPr>
          <p:cNvCxnSpPr>
            <a:cxnSpLocks/>
            <a:stCxn id="38" idx="3"/>
            <a:endCxn id="52" idx="1"/>
          </p:cNvCxnSpPr>
          <p:nvPr/>
        </p:nvCxnSpPr>
        <p:spPr>
          <a:xfrm>
            <a:off x="6585773" y="1414325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直接箭头连接符 1049">
            <a:extLst>
              <a:ext uri="{FF2B5EF4-FFF2-40B4-BE49-F238E27FC236}">
                <a16:creationId xmlns:a16="http://schemas.microsoft.com/office/drawing/2014/main" id="{F2B5B546-BFA8-E82C-FE96-C7F6265951D2}"/>
              </a:ext>
            </a:extLst>
          </p:cNvPr>
          <p:cNvCxnSpPr>
            <a:cxnSpLocks/>
            <a:stCxn id="39" idx="3"/>
            <a:endCxn id="1058" idx="1"/>
          </p:cNvCxnSpPr>
          <p:nvPr/>
        </p:nvCxnSpPr>
        <p:spPr>
          <a:xfrm>
            <a:off x="6585773" y="2203620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565F728-C3A1-78D8-1EEE-99B8440A22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4720" y="2028712"/>
                <a:ext cx="577615" cy="349849"/>
              </a:xfrm>
              <a:prstGeom prst="roundRect">
                <a:avLst/>
              </a:prstGeom>
              <a:solidFill>
                <a:schemeClr val="accent6">
                  <a:alpha val="24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α</m:t>
                    </m:r>
                    <m:r>
                      <a:rPr lang="en-US" altLang="zh-CN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⋅ </m:t>
                    </m:r>
                  </m:oMath>
                </a14:m>
                <a:r>
                  <a:rPr lang="en-US" altLang="zh-CN" sz="1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0.1</a:t>
                </a:r>
                <a:endParaRPr lang="zh-CN" altLang="en-US" sz="1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565F728-C3A1-78D8-1EEE-99B8440A2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720" y="2028712"/>
                <a:ext cx="577615" cy="349849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1" name="矩形: 圆角 1060">
            <a:extLst>
              <a:ext uri="{FF2B5EF4-FFF2-40B4-BE49-F238E27FC236}">
                <a16:creationId xmlns:a16="http://schemas.microsoft.com/office/drawing/2014/main" id="{355F9D6D-A8F2-ED35-5888-B4A3A5E5E641}"/>
              </a:ext>
            </a:extLst>
          </p:cNvPr>
          <p:cNvSpPr>
            <a:spLocks/>
          </p:cNvSpPr>
          <p:nvPr/>
        </p:nvSpPr>
        <p:spPr>
          <a:xfrm>
            <a:off x="6954720" y="2579286"/>
            <a:ext cx="577615" cy="349849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-0.2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D6CE6C34-65A7-71C7-92F6-E4D9AFDA66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4720" y="3373357"/>
                <a:ext cx="577615" cy="349849"/>
              </a:xfrm>
              <a:prstGeom prst="roundRect">
                <a:avLst/>
              </a:prstGeom>
              <a:solidFill>
                <a:schemeClr val="accent6">
                  <a:alpha val="24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D6CE6C34-65A7-71C7-92F6-E4D9AFDA6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720" y="3373357"/>
                <a:ext cx="577615" cy="349849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5" name="直接箭头连接符 1064">
            <a:extLst>
              <a:ext uri="{FF2B5EF4-FFF2-40B4-BE49-F238E27FC236}">
                <a16:creationId xmlns:a16="http://schemas.microsoft.com/office/drawing/2014/main" id="{FA0663F2-8037-C576-8D69-1F10E9460A2D}"/>
              </a:ext>
            </a:extLst>
          </p:cNvPr>
          <p:cNvCxnSpPr>
            <a:cxnSpLocks/>
            <a:stCxn id="41" idx="3"/>
            <a:endCxn id="1061" idx="1"/>
          </p:cNvCxnSpPr>
          <p:nvPr/>
        </p:nvCxnSpPr>
        <p:spPr>
          <a:xfrm>
            <a:off x="6585773" y="2754194"/>
            <a:ext cx="368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直接箭头连接符 1067">
            <a:extLst>
              <a:ext uri="{FF2B5EF4-FFF2-40B4-BE49-F238E27FC236}">
                <a16:creationId xmlns:a16="http://schemas.microsoft.com/office/drawing/2014/main" id="{EFD3479E-BA5C-0565-37D5-56E837419F84}"/>
              </a:ext>
            </a:extLst>
          </p:cNvPr>
          <p:cNvCxnSpPr>
            <a:cxnSpLocks/>
            <a:stCxn id="42" idx="3"/>
            <a:endCxn id="1063" idx="1"/>
          </p:cNvCxnSpPr>
          <p:nvPr/>
        </p:nvCxnSpPr>
        <p:spPr>
          <a:xfrm>
            <a:off x="6585773" y="3546253"/>
            <a:ext cx="368947" cy="20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文本框 1071">
            <a:extLst>
              <a:ext uri="{FF2B5EF4-FFF2-40B4-BE49-F238E27FC236}">
                <a16:creationId xmlns:a16="http://schemas.microsoft.com/office/drawing/2014/main" id="{A7EEAE0B-5CA3-1C69-85D8-27385C32B185}"/>
              </a:ext>
            </a:extLst>
          </p:cNvPr>
          <p:cNvSpPr txBox="1"/>
          <p:nvPr/>
        </p:nvSpPr>
        <p:spPr>
          <a:xfrm>
            <a:off x="7364640" y="4065000"/>
            <a:ext cx="1700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Pivotal </a:t>
            </a:r>
          </a:p>
          <a:p>
            <a:pPr algn="ctr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Credit Assignment</a:t>
            </a:r>
            <a:endParaRPr lang="zh-CN" altLang="en-US" sz="14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BAA28E4C-D39B-22E4-0379-274D2D00DFD7}"/>
                  </a:ext>
                </a:extLst>
              </p:cNvPr>
              <p:cNvSpPr txBox="1"/>
              <p:nvPr/>
            </p:nvSpPr>
            <p:spPr>
              <a:xfrm>
                <a:off x="5335999" y="1614748"/>
                <a:ext cx="5691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BAA28E4C-D39B-22E4-0379-274D2D00D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999" y="1614748"/>
                <a:ext cx="569194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5436C2C7-92D1-0B23-6764-CB4CC03C0BF3}"/>
                  </a:ext>
                </a:extLst>
              </p:cNvPr>
              <p:cNvSpPr txBox="1"/>
              <p:nvPr/>
            </p:nvSpPr>
            <p:spPr>
              <a:xfrm>
                <a:off x="5912926" y="1550269"/>
                <a:ext cx="8552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1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zh-CN" sz="12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t-BR" altLang="zh-CN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altLang="zh-CN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5436C2C7-92D1-0B23-6764-CB4CC03C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926" y="1550269"/>
                <a:ext cx="85523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2" name="文本框 1081">
                <a:extLst>
                  <a:ext uri="{FF2B5EF4-FFF2-40B4-BE49-F238E27FC236}">
                    <a16:creationId xmlns:a16="http://schemas.microsoft.com/office/drawing/2014/main" id="{A3FC27DD-2444-B0E3-D868-80F58557CF49}"/>
                  </a:ext>
                </a:extLst>
              </p:cNvPr>
              <p:cNvSpPr txBox="1"/>
              <p:nvPr/>
            </p:nvSpPr>
            <p:spPr>
              <a:xfrm>
                <a:off x="7532335" y="100564"/>
                <a:ext cx="2521524" cy="776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pt-BR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 </m:t>
                              </m:r>
                              <m:r>
                                <a:rPr lang="pt-BR" altLang="zh-CN" sz="120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ax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⋅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&amp;,&amp;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&amp;,&amp;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82" name="文本框 1081">
                <a:extLst>
                  <a:ext uri="{FF2B5EF4-FFF2-40B4-BE49-F238E27FC236}">
                    <a16:creationId xmlns:a16="http://schemas.microsoft.com/office/drawing/2014/main" id="{A3FC27DD-2444-B0E3-D868-80F58557C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335" y="100564"/>
                <a:ext cx="2521524" cy="776175"/>
              </a:xfrm>
              <a:prstGeom prst="rect">
                <a:avLst/>
              </a:prstGeom>
              <a:blipFill>
                <a:blip r:embed="rId14"/>
                <a:stretch>
                  <a:fillRect l="-27136" t="-196825" b="-282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3" name="直接箭头连接符 1092">
            <a:extLst>
              <a:ext uri="{FF2B5EF4-FFF2-40B4-BE49-F238E27FC236}">
                <a16:creationId xmlns:a16="http://schemas.microsoft.com/office/drawing/2014/main" id="{CDE0D4DD-EE0A-87FF-77AE-6989C1DDF150}"/>
              </a:ext>
            </a:extLst>
          </p:cNvPr>
          <p:cNvCxnSpPr>
            <a:cxnSpLocks/>
            <a:stCxn id="52" idx="3"/>
            <a:endCxn id="1098" idx="1"/>
          </p:cNvCxnSpPr>
          <p:nvPr/>
        </p:nvCxnSpPr>
        <p:spPr>
          <a:xfrm>
            <a:off x="7532318" y="1414325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CA2333CC-309E-3991-4076-739E1C5737A3}"/>
                  </a:ext>
                </a:extLst>
              </p:cNvPr>
              <p:cNvSpPr txBox="1"/>
              <p:nvPr/>
            </p:nvSpPr>
            <p:spPr>
              <a:xfrm>
                <a:off x="8524743" y="2069273"/>
                <a:ext cx="2919986" cy="9235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pt-BR" altLang="zh-CN" sz="14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pt-BR" sz="14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pt-BR" sz="1400" i="1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explore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mask</m:t>
                              </m:r>
                            </m:e>
                          </m:nary>
                          <m:r>
                            <a:rPr lang="pt-BR" altLang="zh-CN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𝐴</m:t>
                              </m:r>
                            </m:e>
                          </m:acc>
                          <m:func>
                            <m:func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altLang="zh-CN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func>
                          <m:d>
                            <m:dPr>
                              <m:ctrlP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altLang="zh-CN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pt-BR" altLang="zh-CN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CA2333CC-309E-3991-4076-739E1C573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743" y="2069273"/>
                <a:ext cx="2919986" cy="923523"/>
              </a:xfrm>
              <a:prstGeom prst="rect">
                <a:avLst/>
              </a:prstGeom>
              <a:blipFill>
                <a:blip r:embed="rId15"/>
                <a:stretch>
                  <a:fillRect l="-10435" t="-44595" b="-11216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8" name="矩形: 圆角 1097">
            <a:extLst>
              <a:ext uri="{FF2B5EF4-FFF2-40B4-BE49-F238E27FC236}">
                <a16:creationId xmlns:a16="http://schemas.microsoft.com/office/drawing/2014/main" id="{5241B4AC-2D43-F769-6261-29EF3C662D32}"/>
              </a:ext>
            </a:extLst>
          </p:cNvPr>
          <p:cNvSpPr>
            <a:spLocks/>
          </p:cNvSpPr>
          <p:nvPr/>
        </p:nvSpPr>
        <p:spPr>
          <a:xfrm>
            <a:off x="7788669" y="1239417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CBFEBDF9-7D42-AAEB-8899-528221A805B3}"/>
              </a:ext>
            </a:extLst>
          </p:cNvPr>
          <p:cNvSpPr txBox="1"/>
          <p:nvPr/>
        </p:nvSpPr>
        <p:spPr>
          <a:xfrm>
            <a:off x="7525357" y="3721652"/>
            <a:ext cx="101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zh-CN" sz="1200" b="0" dirty="0">
                <a:latin typeface="Cambria" panose="02040503050406030204" pitchFamily="18" charset="0"/>
                <a:ea typeface="Cambria" panose="02040503050406030204" pitchFamily="18" charset="0"/>
              </a:rPr>
              <a:t>Pivotal Mask</a:t>
            </a:r>
          </a:p>
        </p:txBody>
      </p:sp>
      <p:cxnSp>
        <p:nvCxnSpPr>
          <p:cNvPr id="1100" name="直接箭头连接符 1099">
            <a:extLst>
              <a:ext uri="{FF2B5EF4-FFF2-40B4-BE49-F238E27FC236}">
                <a16:creationId xmlns:a16="http://schemas.microsoft.com/office/drawing/2014/main" id="{F5466686-A0B6-15CE-956A-0E2E724EABA2}"/>
              </a:ext>
            </a:extLst>
          </p:cNvPr>
          <p:cNvCxnSpPr>
            <a:cxnSpLocks/>
            <a:stCxn id="1058" idx="3"/>
          </p:cNvCxnSpPr>
          <p:nvPr/>
        </p:nvCxnSpPr>
        <p:spPr>
          <a:xfrm>
            <a:off x="7532318" y="2203637"/>
            <a:ext cx="256334" cy="3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矩形: 圆角 1103">
            <a:extLst>
              <a:ext uri="{FF2B5EF4-FFF2-40B4-BE49-F238E27FC236}">
                <a16:creationId xmlns:a16="http://schemas.microsoft.com/office/drawing/2014/main" id="{ABF9B853-7488-4B98-09D3-3EF37C5897F0}"/>
              </a:ext>
            </a:extLst>
          </p:cNvPr>
          <p:cNvSpPr>
            <a:spLocks/>
          </p:cNvSpPr>
          <p:nvPr/>
        </p:nvSpPr>
        <p:spPr>
          <a:xfrm>
            <a:off x="7788669" y="2028712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05" name="直接箭头连接符 1104">
            <a:extLst>
              <a:ext uri="{FF2B5EF4-FFF2-40B4-BE49-F238E27FC236}">
                <a16:creationId xmlns:a16="http://schemas.microsoft.com/office/drawing/2014/main" id="{0048A5DD-3B80-0B4B-D284-887067413651}"/>
              </a:ext>
            </a:extLst>
          </p:cNvPr>
          <p:cNvCxnSpPr>
            <a:cxnSpLocks/>
            <a:stCxn id="1061" idx="3"/>
            <a:endCxn id="1107" idx="1"/>
          </p:cNvCxnSpPr>
          <p:nvPr/>
        </p:nvCxnSpPr>
        <p:spPr>
          <a:xfrm>
            <a:off x="7532318" y="2754194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矩形: 圆角 1106">
            <a:extLst>
              <a:ext uri="{FF2B5EF4-FFF2-40B4-BE49-F238E27FC236}">
                <a16:creationId xmlns:a16="http://schemas.microsoft.com/office/drawing/2014/main" id="{622615B3-B137-57E5-3725-302AD254B7AA}"/>
              </a:ext>
            </a:extLst>
          </p:cNvPr>
          <p:cNvSpPr>
            <a:spLocks/>
          </p:cNvSpPr>
          <p:nvPr/>
        </p:nvSpPr>
        <p:spPr>
          <a:xfrm>
            <a:off x="7788669" y="2579286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E71BBBBE-C0E8-F272-A467-AF9085F501A9}"/>
              </a:ext>
            </a:extLst>
          </p:cNvPr>
          <p:cNvSpPr>
            <a:spLocks/>
          </p:cNvSpPr>
          <p:nvPr/>
        </p:nvSpPr>
        <p:spPr>
          <a:xfrm>
            <a:off x="7788669" y="3373357"/>
            <a:ext cx="535431" cy="349849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13" name="直接箭头连接符 1112">
            <a:extLst>
              <a:ext uri="{FF2B5EF4-FFF2-40B4-BE49-F238E27FC236}">
                <a16:creationId xmlns:a16="http://schemas.microsoft.com/office/drawing/2014/main" id="{D43BD2D2-6CB6-8674-E445-D7D8E87EC1BF}"/>
              </a:ext>
            </a:extLst>
          </p:cNvPr>
          <p:cNvCxnSpPr>
            <a:cxnSpLocks/>
            <a:stCxn id="1063" idx="3"/>
            <a:endCxn id="1110" idx="1"/>
          </p:cNvCxnSpPr>
          <p:nvPr/>
        </p:nvCxnSpPr>
        <p:spPr>
          <a:xfrm>
            <a:off x="7532318" y="3548265"/>
            <a:ext cx="2563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直接箭头连接符 1121">
            <a:extLst>
              <a:ext uri="{FF2B5EF4-FFF2-40B4-BE49-F238E27FC236}">
                <a16:creationId xmlns:a16="http://schemas.microsoft.com/office/drawing/2014/main" id="{3A5DC098-9A41-20B3-22FA-3C950B282FE5}"/>
              </a:ext>
            </a:extLst>
          </p:cNvPr>
          <p:cNvCxnSpPr>
            <a:cxnSpLocks/>
            <a:stCxn id="1098" idx="3"/>
          </p:cNvCxnSpPr>
          <p:nvPr/>
        </p:nvCxnSpPr>
        <p:spPr>
          <a:xfrm>
            <a:off x="8324083" y="1414325"/>
            <a:ext cx="263498" cy="6143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直接箭头连接符 1127">
            <a:extLst>
              <a:ext uri="{FF2B5EF4-FFF2-40B4-BE49-F238E27FC236}">
                <a16:creationId xmlns:a16="http://schemas.microsoft.com/office/drawing/2014/main" id="{59C9AB20-E556-170B-956F-8AA82EEA17EF}"/>
              </a:ext>
            </a:extLst>
          </p:cNvPr>
          <p:cNvCxnSpPr>
            <a:cxnSpLocks/>
            <a:stCxn id="1104" idx="3"/>
          </p:cNvCxnSpPr>
          <p:nvPr/>
        </p:nvCxnSpPr>
        <p:spPr>
          <a:xfrm>
            <a:off x="8324083" y="2203620"/>
            <a:ext cx="241674" cy="31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直接箭头连接符 1131">
            <a:extLst>
              <a:ext uri="{FF2B5EF4-FFF2-40B4-BE49-F238E27FC236}">
                <a16:creationId xmlns:a16="http://schemas.microsoft.com/office/drawing/2014/main" id="{23EFDC3F-969A-1907-96D0-8A3706F1EDFF}"/>
              </a:ext>
            </a:extLst>
          </p:cNvPr>
          <p:cNvCxnSpPr>
            <a:cxnSpLocks/>
            <a:stCxn id="1107" idx="3"/>
          </p:cNvCxnSpPr>
          <p:nvPr/>
        </p:nvCxnSpPr>
        <p:spPr>
          <a:xfrm>
            <a:off x="8324083" y="2754194"/>
            <a:ext cx="2302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直接箭头连接符 1137">
            <a:extLst>
              <a:ext uri="{FF2B5EF4-FFF2-40B4-BE49-F238E27FC236}">
                <a16:creationId xmlns:a16="http://schemas.microsoft.com/office/drawing/2014/main" id="{E4FF0E81-072F-10A0-6701-8C53D86CEE7B}"/>
              </a:ext>
            </a:extLst>
          </p:cNvPr>
          <p:cNvCxnSpPr>
            <a:cxnSpLocks/>
            <a:stCxn id="1110" idx="3"/>
          </p:cNvCxnSpPr>
          <p:nvPr/>
        </p:nvCxnSpPr>
        <p:spPr>
          <a:xfrm flipV="1">
            <a:off x="8324100" y="2992779"/>
            <a:ext cx="261965" cy="555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A351F195-A9DE-D541-8A13-5C4FC6826DD0}"/>
                  </a:ext>
                </a:extLst>
              </p:cNvPr>
              <p:cNvSpPr txBox="1"/>
              <p:nvPr/>
            </p:nvSpPr>
            <p:spPr>
              <a:xfrm>
                <a:off x="9180246" y="3078017"/>
                <a:ext cx="1484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600" b="1"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pPr algn="ctr"/>
                <a:r>
                  <a:rPr lang="pt-BR" altLang="zh-CN" sz="1200" b="0" dirty="0">
                    <a:latin typeface="Cambria" panose="02040503050406030204" pitchFamily="18" charset="0"/>
                  </a:rPr>
                  <a:t>Training loss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200" b="0" i="1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altLang="zh-CN" sz="12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A351F195-A9DE-D541-8A13-5C4FC682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246" y="3078017"/>
                <a:ext cx="1484509" cy="276999"/>
              </a:xfrm>
              <a:prstGeom prst="rect">
                <a:avLst/>
              </a:prstGeom>
              <a:blipFill>
                <a:blip r:embed="rId16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7E55503A-511B-2707-1374-9B13FF3FA4DC}"/>
                  </a:ext>
                </a:extLst>
              </p:cNvPr>
              <p:cNvSpPr txBox="1"/>
              <p:nvPr/>
            </p:nvSpPr>
            <p:spPr>
              <a:xfrm>
                <a:off x="8587581" y="867326"/>
                <a:ext cx="2169440" cy="504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mask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before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pivot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point</m:t>
                              </m:r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after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pivot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point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7E55503A-511B-2707-1374-9B13FF3F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581" y="867326"/>
                <a:ext cx="2169440" cy="504305"/>
              </a:xfrm>
              <a:prstGeom prst="rect">
                <a:avLst/>
              </a:prstGeom>
              <a:blipFill>
                <a:blip r:embed="rId17"/>
                <a:stretch>
                  <a:fillRect l="-5233" t="-173171" b="-243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47A34795-D970-3AB5-E89B-4B224C73CC38}"/>
              </a:ext>
            </a:extLst>
          </p:cNvPr>
          <p:cNvSpPr txBox="1"/>
          <p:nvPr/>
        </p:nvSpPr>
        <p:spPr>
          <a:xfrm>
            <a:off x="2902023" y="1565718"/>
            <a:ext cx="111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Pivot Point=2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8794163E-1FE4-1DBC-7AC1-A51F6C45E552}"/>
              </a:ext>
            </a:extLst>
          </p:cNvPr>
          <p:cNvCxnSpPr>
            <a:cxnSpLocks/>
            <a:stCxn id="1079" idx="2"/>
          </p:cNvCxnSpPr>
          <p:nvPr/>
        </p:nvCxnSpPr>
        <p:spPr>
          <a:xfrm rot="16200000" flipH="1">
            <a:off x="1788687" y="367552"/>
            <a:ext cx="523012" cy="1604596"/>
          </a:xfrm>
          <a:prstGeom prst="curvedConnector3">
            <a:avLst>
              <a:gd name="adj1" fmla="val 24766"/>
            </a:avLst>
          </a:prstGeom>
          <a:ln w="15875">
            <a:solidFill>
              <a:schemeClr val="tx1">
                <a:alpha val="76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曲线连接符 62">
            <a:extLst>
              <a:ext uri="{FF2B5EF4-FFF2-40B4-BE49-F238E27FC236}">
                <a16:creationId xmlns:a16="http://schemas.microsoft.com/office/drawing/2014/main" id="{A8E1CC48-D78C-68E3-C35D-8FB0BF1D95D5}"/>
              </a:ext>
            </a:extLst>
          </p:cNvPr>
          <p:cNvCxnSpPr>
            <a:cxnSpLocks/>
            <a:stCxn id="1077" idx="2"/>
          </p:cNvCxnSpPr>
          <p:nvPr/>
        </p:nvCxnSpPr>
        <p:spPr>
          <a:xfrm rot="16200000" flipH="1">
            <a:off x="2686540" y="565025"/>
            <a:ext cx="524313" cy="1210950"/>
          </a:xfrm>
          <a:prstGeom prst="curvedConnector3">
            <a:avLst>
              <a:gd name="adj1" fmla="val 32020"/>
            </a:avLst>
          </a:prstGeom>
          <a:ln w="15875">
            <a:solidFill>
              <a:schemeClr val="tx1">
                <a:alpha val="76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曲线连接符 1028">
            <a:extLst>
              <a:ext uri="{FF2B5EF4-FFF2-40B4-BE49-F238E27FC236}">
                <a16:creationId xmlns:a16="http://schemas.microsoft.com/office/drawing/2014/main" id="{0DC72FCE-459E-C21E-E52C-499630FF3A41}"/>
              </a:ext>
            </a:extLst>
          </p:cNvPr>
          <p:cNvCxnSpPr>
            <a:cxnSpLocks/>
            <a:stCxn id="1078" idx="2"/>
          </p:cNvCxnSpPr>
          <p:nvPr/>
        </p:nvCxnSpPr>
        <p:spPr>
          <a:xfrm rot="16200000" flipH="1">
            <a:off x="4008791" y="198601"/>
            <a:ext cx="487600" cy="1907086"/>
          </a:xfrm>
          <a:prstGeom prst="curvedConnector3">
            <a:avLst>
              <a:gd name="adj1" fmla="val 34533"/>
            </a:avLst>
          </a:prstGeom>
          <a:ln w="15875">
            <a:solidFill>
              <a:schemeClr val="tx1">
                <a:alpha val="76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矩形: 圆角 14">
            <a:extLst>
              <a:ext uri="{FF2B5EF4-FFF2-40B4-BE49-F238E27FC236}">
                <a16:creationId xmlns:a16="http://schemas.microsoft.com/office/drawing/2014/main" id="{3B37653D-350C-74C4-7302-DBC7ED23E28F}"/>
              </a:ext>
            </a:extLst>
          </p:cNvPr>
          <p:cNvSpPr>
            <a:spLocks/>
          </p:cNvSpPr>
          <p:nvPr/>
        </p:nvSpPr>
        <p:spPr>
          <a:xfrm>
            <a:off x="173976" y="3467549"/>
            <a:ext cx="366345" cy="264417"/>
          </a:xfrm>
          <a:prstGeom prst="roundRect">
            <a:avLst/>
          </a:prstGeom>
          <a:solidFill>
            <a:schemeClr val="bg2">
              <a:lumMod val="50000"/>
              <a:alpha val="35769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F6B68F16-BBDC-ED14-55E4-253D649F8CED}"/>
              </a:ext>
            </a:extLst>
          </p:cNvPr>
          <p:cNvSpPr txBox="1"/>
          <p:nvPr/>
        </p:nvSpPr>
        <p:spPr>
          <a:xfrm>
            <a:off x="534050" y="3473651"/>
            <a:ext cx="14518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" altLang="zh-CN" sz="1200" b="0" dirty="0"/>
              <a:t>Masked Share Prefix</a:t>
            </a:r>
            <a:endParaRPr lang="en-US" altLang="zh-CN" sz="12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0" name="矩形: 圆角 14">
            <a:extLst>
              <a:ext uri="{FF2B5EF4-FFF2-40B4-BE49-F238E27FC236}">
                <a16:creationId xmlns:a16="http://schemas.microsoft.com/office/drawing/2014/main" id="{182E3A3C-99AA-891D-D973-B84AF4E1D3A9}"/>
              </a:ext>
            </a:extLst>
          </p:cNvPr>
          <p:cNvSpPr>
            <a:spLocks/>
          </p:cNvSpPr>
          <p:nvPr/>
        </p:nvSpPr>
        <p:spPr>
          <a:xfrm>
            <a:off x="173976" y="3816981"/>
            <a:ext cx="366345" cy="264417"/>
          </a:xfrm>
          <a:prstGeom prst="roundRect">
            <a:avLst/>
          </a:prstGeom>
          <a:solidFill>
            <a:srgbClr val="FF0000">
              <a:alpha val="19621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41" name="矩形: 圆角 14">
            <a:extLst>
              <a:ext uri="{FF2B5EF4-FFF2-40B4-BE49-F238E27FC236}">
                <a16:creationId xmlns:a16="http://schemas.microsoft.com/office/drawing/2014/main" id="{40648728-A6B8-3FB6-9933-4489C4A2431E}"/>
              </a:ext>
            </a:extLst>
          </p:cNvPr>
          <p:cNvSpPr>
            <a:spLocks/>
          </p:cNvSpPr>
          <p:nvPr/>
        </p:nvSpPr>
        <p:spPr>
          <a:xfrm>
            <a:off x="173976" y="4166412"/>
            <a:ext cx="366345" cy="264417"/>
          </a:xfrm>
          <a:prstGeom prst="roundRect">
            <a:avLst/>
          </a:prstGeom>
          <a:solidFill>
            <a:schemeClr val="accent6">
              <a:alpha val="24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0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8B79EE9F-8C6D-C8EC-CC3D-1185433032BD}"/>
              </a:ext>
            </a:extLst>
          </p:cNvPr>
          <p:cNvSpPr txBox="1"/>
          <p:nvPr/>
        </p:nvSpPr>
        <p:spPr>
          <a:xfrm>
            <a:off x="534050" y="3817903"/>
            <a:ext cx="1311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" altLang="zh-CN" sz="1200" b="0" dirty="0"/>
              <a:t>Wrong Base Suffix</a:t>
            </a:r>
            <a:endParaRPr lang="en-US" altLang="zh-CN" sz="12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B2753B29-9AA7-302F-FD14-56C6DC807531}"/>
              </a:ext>
            </a:extLst>
          </p:cNvPr>
          <p:cNvSpPr txBox="1"/>
          <p:nvPr/>
        </p:nvSpPr>
        <p:spPr>
          <a:xfrm>
            <a:off x="534050" y="4162156"/>
            <a:ext cx="1391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" altLang="zh-CN" sz="1200" b="0" dirty="0"/>
              <a:t>Correct Retry Suffix</a:t>
            </a:r>
            <a:endParaRPr lang="en-US" altLang="zh-CN" sz="12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" name="曲线连接符 1">
            <a:extLst>
              <a:ext uri="{FF2B5EF4-FFF2-40B4-BE49-F238E27FC236}">
                <a16:creationId xmlns:a16="http://schemas.microsoft.com/office/drawing/2014/main" id="{7351A36F-C0DF-08A0-61D4-EFA412FB0A83}"/>
              </a:ext>
            </a:extLst>
          </p:cNvPr>
          <p:cNvCxnSpPr>
            <a:cxnSpLocks/>
            <a:stCxn id="1082" idx="1"/>
            <a:endCxn id="52" idx="0"/>
          </p:cNvCxnSpPr>
          <p:nvPr/>
        </p:nvCxnSpPr>
        <p:spPr>
          <a:xfrm rot="10800000" flipV="1">
            <a:off x="7243529" y="488651"/>
            <a:ext cx="288807" cy="750765"/>
          </a:xfrm>
          <a:prstGeom prst="curvedConnector2">
            <a:avLst/>
          </a:prstGeom>
          <a:ln w="15875">
            <a:solidFill>
              <a:schemeClr val="tx1">
                <a:alpha val="76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>
            <a:extLst>
              <a:ext uri="{FF2B5EF4-FFF2-40B4-BE49-F238E27FC236}">
                <a16:creationId xmlns:a16="http://schemas.microsoft.com/office/drawing/2014/main" id="{0F6A125F-3AEF-79F0-F944-E53BE0E87FDB}"/>
              </a:ext>
            </a:extLst>
          </p:cNvPr>
          <p:cNvCxnSpPr>
            <a:cxnSpLocks/>
            <a:stCxn id="1179" idx="1"/>
            <a:endCxn id="1098" idx="0"/>
          </p:cNvCxnSpPr>
          <p:nvPr/>
        </p:nvCxnSpPr>
        <p:spPr>
          <a:xfrm rot="10800000" flipV="1">
            <a:off x="8056385" y="1119479"/>
            <a:ext cx="531196" cy="119938"/>
          </a:xfrm>
          <a:prstGeom prst="curvedConnector2">
            <a:avLst/>
          </a:prstGeom>
          <a:ln w="15875">
            <a:solidFill>
              <a:schemeClr val="tx1">
                <a:alpha val="76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5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11453</TotalTime>
  <Words>166</Words>
  <Application>Microsoft Macintosh PowerPoint</Application>
  <PresentationFormat>自定义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伟杰 史</cp:lastModifiedBy>
  <cp:revision>423</cp:revision>
  <dcterms:created xsi:type="dcterms:W3CDTF">2025-10-17T05:37:31Z</dcterms:created>
  <dcterms:modified xsi:type="dcterms:W3CDTF">2026-01-06T03:08:57Z</dcterms:modified>
</cp:coreProperties>
</file>