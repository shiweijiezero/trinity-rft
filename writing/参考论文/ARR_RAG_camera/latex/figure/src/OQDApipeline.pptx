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3600450" cy="1819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E2BC"/>
    <a:srgbClr val="EDF4E5"/>
    <a:srgbClr val="FF9795"/>
    <a:srgbClr val="FFE2E0"/>
    <a:srgbClr val="96B2D6"/>
    <a:srgbClr val="C3DAF0"/>
    <a:srgbClr val="FFE28D"/>
    <a:srgbClr val="FFF6DD"/>
    <a:srgbClr val="FFF2CC"/>
    <a:srgbClr val="A5C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52" autoAdjust="0"/>
    <p:restoredTop sz="96327"/>
  </p:normalViewPr>
  <p:slideViewPr>
    <p:cSldViewPr snapToGrid="0">
      <p:cViewPr varScale="1">
        <p:scale>
          <a:sx n="392" d="100"/>
          <a:sy n="392" d="100"/>
        </p:scale>
        <p:origin x="161" y="6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56" y="297738"/>
            <a:ext cx="2700338" cy="633377"/>
          </a:xfrm>
        </p:spPr>
        <p:txBody>
          <a:bodyPr anchor="b"/>
          <a:lstStyle>
            <a:lvl1pPr algn="ctr">
              <a:defRPr sz="15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955541"/>
            <a:ext cx="2700338" cy="439237"/>
          </a:xfrm>
        </p:spPr>
        <p:txBody>
          <a:bodyPr/>
          <a:lstStyle>
            <a:lvl1pPr marL="0" indent="0" algn="ctr">
              <a:buNone/>
              <a:defRPr sz="637"/>
            </a:lvl1pPr>
            <a:lvl2pPr marL="121295" indent="0" algn="ctr">
              <a:buNone/>
              <a:defRPr sz="531"/>
            </a:lvl2pPr>
            <a:lvl3pPr marL="242590" indent="0" algn="ctr">
              <a:buNone/>
              <a:defRPr sz="478"/>
            </a:lvl3pPr>
            <a:lvl4pPr marL="363885" indent="0" algn="ctr">
              <a:buNone/>
              <a:defRPr sz="424"/>
            </a:lvl4pPr>
            <a:lvl5pPr marL="485181" indent="0" algn="ctr">
              <a:buNone/>
              <a:defRPr sz="424"/>
            </a:lvl5pPr>
            <a:lvl6pPr marL="606476" indent="0" algn="ctr">
              <a:buNone/>
              <a:defRPr sz="424"/>
            </a:lvl6pPr>
            <a:lvl7pPr marL="727771" indent="0" algn="ctr">
              <a:buNone/>
              <a:defRPr sz="424"/>
            </a:lvl7pPr>
            <a:lvl8pPr marL="849066" indent="0" algn="ctr">
              <a:buNone/>
              <a:defRPr sz="424"/>
            </a:lvl8pPr>
            <a:lvl9pPr marL="970361" indent="0" algn="ctr">
              <a:buNone/>
              <a:defRPr sz="42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764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06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453555"/>
            <a:ext cx="3105388" cy="756768"/>
          </a:xfrm>
        </p:spPr>
        <p:txBody>
          <a:bodyPr anchor="b"/>
          <a:lstStyle>
            <a:lvl1pPr>
              <a:defRPr sz="15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217483"/>
            <a:ext cx="3105388" cy="397966"/>
          </a:xfrm>
        </p:spPr>
        <p:txBody>
          <a:bodyPr/>
          <a:lstStyle>
            <a:lvl1pPr marL="0" indent="0">
              <a:buNone/>
              <a:defRPr sz="637">
                <a:solidFill>
                  <a:schemeClr val="tx1">
                    <a:tint val="75000"/>
                  </a:schemeClr>
                </a:solidFill>
              </a:defRPr>
            </a:lvl1pPr>
            <a:lvl2pPr marL="121295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42590" indent="0">
              <a:buNone/>
              <a:defRPr sz="478">
                <a:solidFill>
                  <a:schemeClr val="tx1">
                    <a:tint val="75000"/>
                  </a:schemeClr>
                </a:solidFill>
              </a:defRPr>
            </a:lvl3pPr>
            <a:lvl4pPr marL="363885" indent="0">
              <a:buNone/>
              <a:defRPr sz="424">
                <a:solidFill>
                  <a:schemeClr val="tx1">
                    <a:tint val="75000"/>
                  </a:schemeClr>
                </a:solidFill>
              </a:defRPr>
            </a:lvl4pPr>
            <a:lvl5pPr marL="485181" indent="0">
              <a:buNone/>
              <a:defRPr sz="424">
                <a:solidFill>
                  <a:schemeClr val="tx1">
                    <a:tint val="75000"/>
                  </a:schemeClr>
                </a:solidFill>
              </a:defRPr>
            </a:lvl5pPr>
            <a:lvl6pPr marL="606476" indent="0">
              <a:buNone/>
              <a:defRPr sz="424">
                <a:solidFill>
                  <a:schemeClr val="tx1">
                    <a:tint val="75000"/>
                  </a:schemeClr>
                </a:solidFill>
              </a:defRPr>
            </a:lvl6pPr>
            <a:lvl7pPr marL="727771" indent="0">
              <a:buNone/>
              <a:defRPr sz="424">
                <a:solidFill>
                  <a:schemeClr val="tx1">
                    <a:tint val="75000"/>
                  </a:schemeClr>
                </a:solidFill>
              </a:defRPr>
            </a:lvl7pPr>
            <a:lvl8pPr marL="849066" indent="0">
              <a:buNone/>
              <a:defRPr sz="424">
                <a:solidFill>
                  <a:schemeClr val="tx1">
                    <a:tint val="75000"/>
                  </a:schemeClr>
                </a:solidFill>
              </a:defRPr>
            </a:lvl8pPr>
            <a:lvl9pPr marL="970361" indent="0">
              <a:buNone/>
              <a:defRPr sz="4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2103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484298"/>
            <a:ext cx="1530191" cy="1154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484298"/>
            <a:ext cx="1530191" cy="1154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704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96860"/>
            <a:ext cx="3105388" cy="35164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445975"/>
            <a:ext cx="1523159" cy="218566"/>
          </a:xfrm>
        </p:spPr>
        <p:txBody>
          <a:bodyPr anchor="b"/>
          <a:lstStyle>
            <a:lvl1pPr marL="0" indent="0">
              <a:buNone/>
              <a:defRPr sz="637" b="1"/>
            </a:lvl1pPr>
            <a:lvl2pPr marL="121295" indent="0">
              <a:buNone/>
              <a:defRPr sz="531" b="1"/>
            </a:lvl2pPr>
            <a:lvl3pPr marL="242590" indent="0">
              <a:buNone/>
              <a:defRPr sz="478" b="1"/>
            </a:lvl3pPr>
            <a:lvl4pPr marL="363885" indent="0">
              <a:buNone/>
              <a:defRPr sz="424" b="1"/>
            </a:lvl4pPr>
            <a:lvl5pPr marL="485181" indent="0">
              <a:buNone/>
              <a:defRPr sz="424" b="1"/>
            </a:lvl5pPr>
            <a:lvl6pPr marL="606476" indent="0">
              <a:buNone/>
              <a:defRPr sz="424" b="1"/>
            </a:lvl6pPr>
            <a:lvl7pPr marL="727771" indent="0">
              <a:buNone/>
              <a:defRPr sz="424" b="1"/>
            </a:lvl7pPr>
            <a:lvl8pPr marL="849066" indent="0">
              <a:buNone/>
              <a:defRPr sz="424" b="1"/>
            </a:lvl8pPr>
            <a:lvl9pPr marL="970361" indent="0">
              <a:buNone/>
              <a:defRPr sz="42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664541"/>
            <a:ext cx="1523159" cy="9774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445975"/>
            <a:ext cx="1530660" cy="218566"/>
          </a:xfrm>
        </p:spPr>
        <p:txBody>
          <a:bodyPr anchor="b"/>
          <a:lstStyle>
            <a:lvl1pPr marL="0" indent="0">
              <a:buNone/>
              <a:defRPr sz="637" b="1"/>
            </a:lvl1pPr>
            <a:lvl2pPr marL="121295" indent="0">
              <a:buNone/>
              <a:defRPr sz="531" b="1"/>
            </a:lvl2pPr>
            <a:lvl3pPr marL="242590" indent="0">
              <a:buNone/>
              <a:defRPr sz="478" b="1"/>
            </a:lvl3pPr>
            <a:lvl4pPr marL="363885" indent="0">
              <a:buNone/>
              <a:defRPr sz="424" b="1"/>
            </a:lvl4pPr>
            <a:lvl5pPr marL="485181" indent="0">
              <a:buNone/>
              <a:defRPr sz="424" b="1"/>
            </a:lvl5pPr>
            <a:lvl6pPr marL="606476" indent="0">
              <a:buNone/>
              <a:defRPr sz="424" b="1"/>
            </a:lvl6pPr>
            <a:lvl7pPr marL="727771" indent="0">
              <a:buNone/>
              <a:defRPr sz="424" b="1"/>
            </a:lvl7pPr>
            <a:lvl8pPr marL="849066" indent="0">
              <a:buNone/>
              <a:defRPr sz="424" b="1"/>
            </a:lvl8pPr>
            <a:lvl9pPr marL="970361" indent="0">
              <a:buNone/>
              <a:defRPr sz="42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664541"/>
            <a:ext cx="1530660" cy="9774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012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39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78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21285"/>
            <a:ext cx="1161239" cy="424498"/>
          </a:xfrm>
        </p:spPr>
        <p:txBody>
          <a:bodyPr anchor="b"/>
          <a:lstStyle>
            <a:lvl1pPr>
              <a:defRPr sz="8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261942"/>
            <a:ext cx="1822728" cy="1292864"/>
          </a:xfrm>
        </p:spPr>
        <p:txBody>
          <a:bodyPr/>
          <a:lstStyle>
            <a:lvl1pPr>
              <a:defRPr sz="849"/>
            </a:lvl1pPr>
            <a:lvl2pPr>
              <a:defRPr sz="743"/>
            </a:lvl2pPr>
            <a:lvl3pPr>
              <a:defRPr sz="637"/>
            </a:lvl3pPr>
            <a:lvl4pPr>
              <a:defRPr sz="531"/>
            </a:lvl4pPr>
            <a:lvl5pPr>
              <a:defRPr sz="531"/>
            </a:lvl5pPr>
            <a:lvl6pPr>
              <a:defRPr sz="531"/>
            </a:lvl6pPr>
            <a:lvl7pPr>
              <a:defRPr sz="531"/>
            </a:lvl7pPr>
            <a:lvl8pPr>
              <a:defRPr sz="531"/>
            </a:lvl8pPr>
            <a:lvl9pPr>
              <a:defRPr sz="53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545782"/>
            <a:ext cx="1161239" cy="1011130"/>
          </a:xfrm>
        </p:spPr>
        <p:txBody>
          <a:bodyPr/>
          <a:lstStyle>
            <a:lvl1pPr marL="0" indent="0">
              <a:buNone/>
              <a:defRPr sz="424"/>
            </a:lvl1pPr>
            <a:lvl2pPr marL="121295" indent="0">
              <a:buNone/>
              <a:defRPr sz="371"/>
            </a:lvl2pPr>
            <a:lvl3pPr marL="242590" indent="0">
              <a:buNone/>
              <a:defRPr sz="318"/>
            </a:lvl3pPr>
            <a:lvl4pPr marL="363885" indent="0">
              <a:buNone/>
              <a:defRPr sz="265"/>
            </a:lvl4pPr>
            <a:lvl5pPr marL="485181" indent="0">
              <a:buNone/>
              <a:defRPr sz="265"/>
            </a:lvl5pPr>
            <a:lvl6pPr marL="606476" indent="0">
              <a:buNone/>
              <a:defRPr sz="265"/>
            </a:lvl6pPr>
            <a:lvl7pPr marL="727771" indent="0">
              <a:buNone/>
              <a:defRPr sz="265"/>
            </a:lvl7pPr>
            <a:lvl8pPr marL="849066" indent="0">
              <a:buNone/>
              <a:defRPr sz="265"/>
            </a:lvl8pPr>
            <a:lvl9pPr marL="970361" indent="0">
              <a:buNone/>
              <a:defRPr sz="26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980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21285"/>
            <a:ext cx="1161239" cy="424498"/>
          </a:xfrm>
        </p:spPr>
        <p:txBody>
          <a:bodyPr anchor="b"/>
          <a:lstStyle>
            <a:lvl1pPr>
              <a:defRPr sz="8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261942"/>
            <a:ext cx="1822728" cy="1292864"/>
          </a:xfrm>
        </p:spPr>
        <p:txBody>
          <a:bodyPr anchor="t"/>
          <a:lstStyle>
            <a:lvl1pPr marL="0" indent="0">
              <a:buNone/>
              <a:defRPr sz="849"/>
            </a:lvl1pPr>
            <a:lvl2pPr marL="121295" indent="0">
              <a:buNone/>
              <a:defRPr sz="743"/>
            </a:lvl2pPr>
            <a:lvl3pPr marL="242590" indent="0">
              <a:buNone/>
              <a:defRPr sz="637"/>
            </a:lvl3pPr>
            <a:lvl4pPr marL="363885" indent="0">
              <a:buNone/>
              <a:defRPr sz="531"/>
            </a:lvl4pPr>
            <a:lvl5pPr marL="485181" indent="0">
              <a:buNone/>
              <a:defRPr sz="531"/>
            </a:lvl5pPr>
            <a:lvl6pPr marL="606476" indent="0">
              <a:buNone/>
              <a:defRPr sz="531"/>
            </a:lvl6pPr>
            <a:lvl7pPr marL="727771" indent="0">
              <a:buNone/>
              <a:defRPr sz="531"/>
            </a:lvl7pPr>
            <a:lvl8pPr marL="849066" indent="0">
              <a:buNone/>
              <a:defRPr sz="531"/>
            </a:lvl8pPr>
            <a:lvl9pPr marL="970361" indent="0">
              <a:buNone/>
              <a:defRPr sz="53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545782"/>
            <a:ext cx="1161239" cy="1011130"/>
          </a:xfrm>
        </p:spPr>
        <p:txBody>
          <a:bodyPr/>
          <a:lstStyle>
            <a:lvl1pPr marL="0" indent="0">
              <a:buNone/>
              <a:defRPr sz="424"/>
            </a:lvl1pPr>
            <a:lvl2pPr marL="121295" indent="0">
              <a:buNone/>
              <a:defRPr sz="371"/>
            </a:lvl2pPr>
            <a:lvl3pPr marL="242590" indent="0">
              <a:buNone/>
              <a:defRPr sz="318"/>
            </a:lvl3pPr>
            <a:lvl4pPr marL="363885" indent="0">
              <a:buNone/>
              <a:defRPr sz="265"/>
            </a:lvl4pPr>
            <a:lvl5pPr marL="485181" indent="0">
              <a:buNone/>
              <a:defRPr sz="265"/>
            </a:lvl5pPr>
            <a:lvl6pPr marL="606476" indent="0">
              <a:buNone/>
              <a:defRPr sz="265"/>
            </a:lvl6pPr>
            <a:lvl7pPr marL="727771" indent="0">
              <a:buNone/>
              <a:defRPr sz="265"/>
            </a:lvl7pPr>
            <a:lvl8pPr marL="849066" indent="0">
              <a:buNone/>
              <a:defRPr sz="265"/>
            </a:lvl8pPr>
            <a:lvl9pPr marL="970361" indent="0">
              <a:buNone/>
              <a:defRPr sz="26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391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541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96860"/>
            <a:ext cx="776347" cy="15417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96860"/>
            <a:ext cx="2284035" cy="1541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1331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96860"/>
            <a:ext cx="3105388" cy="351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484298"/>
            <a:ext cx="3105388" cy="1154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1686198"/>
            <a:ext cx="810101" cy="96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17537-59F5-3C49-A937-14532F485AB3}" type="datetimeFigureOut">
              <a:rPr kumimoji="1" lang="zh-CN" altLang="en-US" smtClean="0"/>
              <a:t>2024/7/15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1686198"/>
            <a:ext cx="1215152" cy="96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1686198"/>
            <a:ext cx="810101" cy="96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C63F5-B177-1842-8014-931B7EF5B8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182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42590" rtl="0" eaLnBrk="1" latinLnBrk="0" hangingPunct="1">
        <a:lnSpc>
          <a:spcPct val="90000"/>
        </a:lnSpc>
        <a:spcBef>
          <a:spcPct val="0"/>
        </a:spcBef>
        <a:buNone/>
        <a:defRPr sz="11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648" indent="-60648" algn="l" defTabSz="242590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1pPr>
      <a:lvl2pPr marL="181943" indent="-60648" algn="l" defTabSz="2425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37" kern="1200">
          <a:solidFill>
            <a:schemeClr val="tx1"/>
          </a:solidFill>
          <a:latin typeface="+mn-lt"/>
          <a:ea typeface="+mn-ea"/>
          <a:cs typeface="+mn-cs"/>
        </a:defRPr>
      </a:lvl2pPr>
      <a:lvl3pPr marL="303238" indent="-60648" algn="l" defTabSz="2425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1" kern="1200">
          <a:solidFill>
            <a:schemeClr val="tx1"/>
          </a:solidFill>
          <a:latin typeface="+mn-lt"/>
          <a:ea typeface="+mn-ea"/>
          <a:cs typeface="+mn-cs"/>
        </a:defRPr>
      </a:lvl3pPr>
      <a:lvl4pPr marL="424533" indent="-60648" algn="l" defTabSz="2425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8" kern="1200">
          <a:solidFill>
            <a:schemeClr val="tx1"/>
          </a:solidFill>
          <a:latin typeface="+mn-lt"/>
          <a:ea typeface="+mn-ea"/>
          <a:cs typeface="+mn-cs"/>
        </a:defRPr>
      </a:lvl4pPr>
      <a:lvl5pPr marL="545828" indent="-60648" algn="l" defTabSz="2425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8" kern="1200">
          <a:solidFill>
            <a:schemeClr val="tx1"/>
          </a:solidFill>
          <a:latin typeface="+mn-lt"/>
          <a:ea typeface="+mn-ea"/>
          <a:cs typeface="+mn-cs"/>
        </a:defRPr>
      </a:lvl5pPr>
      <a:lvl6pPr marL="667123" indent="-60648" algn="l" defTabSz="2425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8" kern="1200">
          <a:solidFill>
            <a:schemeClr val="tx1"/>
          </a:solidFill>
          <a:latin typeface="+mn-lt"/>
          <a:ea typeface="+mn-ea"/>
          <a:cs typeface="+mn-cs"/>
        </a:defRPr>
      </a:lvl6pPr>
      <a:lvl7pPr marL="788419" indent="-60648" algn="l" defTabSz="2425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8" kern="1200">
          <a:solidFill>
            <a:schemeClr val="tx1"/>
          </a:solidFill>
          <a:latin typeface="+mn-lt"/>
          <a:ea typeface="+mn-ea"/>
          <a:cs typeface="+mn-cs"/>
        </a:defRPr>
      </a:lvl7pPr>
      <a:lvl8pPr marL="909714" indent="-60648" algn="l" defTabSz="2425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8" kern="1200">
          <a:solidFill>
            <a:schemeClr val="tx1"/>
          </a:solidFill>
          <a:latin typeface="+mn-lt"/>
          <a:ea typeface="+mn-ea"/>
          <a:cs typeface="+mn-cs"/>
        </a:defRPr>
      </a:lvl8pPr>
      <a:lvl9pPr marL="1031009" indent="-60648" algn="l" defTabSz="2425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2590" rtl="0" eaLnBrk="1" latinLnBrk="0" hangingPunct="1">
        <a:defRPr sz="478" kern="1200">
          <a:solidFill>
            <a:schemeClr val="tx1"/>
          </a:solidFill>
          <a:latin typeface="+mn-lt"/>
          <a:ea typeface="+mn-ea"/>
          <a:cs typeface="+mn-cs"/>
        </a:defRPr>
      </a:lvl1pPr>
      <a:lvl2pPr marL="121295" algn="l" defTabSz="242590" rtl="0" eaLnBrk="1" latinLnBrk="0" hangingPunct="1">
        <a:defRPr sz="478" kern="1200">
          <a:solidFill>
            <a:schemeClr val="tx1"/>
          </a:solidFill>
          <a:latin typeface="+mn-lt"/>
          <a:ea typeface="+mn-ea"/>
          <a:cs typeface="+mn-cs"/>
        </a:defRPr>
      </a:lvl2pPr>
      <a:lvl3pPr marL="242590" algn="l" defTabSz="242590" rtl="0" eaLnBrk="1" latinLnBrk="0" hangingPunct="1">
        <a:defRPr sz="478" kern="1200">
          <a:solidFill>
            <a:schemeClr val="tx1"/>
          </a:solidFill>
          <a:latin typeface="+mn-lt"/>
          <a:ea typeface="+mn-ea"/>
          <a:cs typeface="+mn-cs"/>
        </a:defRPr>
      </a:lvl3pPr>
      <a:lvl4pPr marL="363885" algn="l" defTabSz="242590" rtl="0" eaLnBrk="1" latinLnBrk="0" hangingPunct="1">
        <a:defRPr sz="478" kern="1200">
          <a:solidFill>
            <a:schemeClr val="tx1"/>
          </a:solidFill>
          <a:latin typeface="+mn-lt"/>
          <a:ea typeface="+mn-ea"/>
          <a:cs typeface="+mn-cs"/>
        </a:defRPr>
      </a:lvl4pPr>
      <a:lvl5pPr marL="485181" algn="l" defTabSz="242590" rtl="0" eaLnBrk="1" latinLnBrk="0" hangingPunct="1">
        <a:defRPr sz="478" kern="1200">
          <a:solidFill>
            <a:schemeClr val="tx1"/>
          </a:solidFill>
          <a:latin typeface="+mn-lt"/>
          <a:ea typeface="+mn-ea"/>
          <a:cs typeface="+mn-cs"/>
        </a:defRPr>
      </a:lvl5pPr>
      <a:lvl6pPr marL="606476" algn="l" defTabSz="242590" rtl="0" eaLnBrk="1" latinLnBrk="0" hangingPunct="1">
        <a:defRPr sz="478" kern="1200">
          <a:solidFill>
            <a:schemeClr val="tx1"/>
          </a:solidFill>
          <a:latin typeface="+mn-lt"/>
          <a:ea typeface="+mn-ea"/>
          <a:cs typeface="+mn-cs"/>
        </a:defRPr>
      </a:lvl6pPr>
      <a:lvl7pPr marL="727771" algn="l" defTabSz="242590" rtl="0" eaLnBrk="1" latinLnBrk="0" hangingPunct="1">
        <a:defRPr sz="478" kern="1200">
          <a:solidFill>
            <a:schemeClr val="tx1"/>
          </a:solidFill>
          <a:latin typeface="+mn-lt"/>
          <a:ea typeface="+mn-ea"/>
          <a:cs typeface="+mn-cs"/>
        </a:defRPr>
      </a:lvl7pPr>
      <a:lvl8pPr marL="849066" algn="l" defTabSz="242590" rtl="0" eaLnBrk="1" latinLnBrk="0" hangingPunct="1">
        <a:defRPr sz="478" kern="1200">
          <a:solidFill>
            <a:schemeClr val="tx1"/>
          </a:solidFill>
          <a:latin typeface="+mn-lt"/>
          <a:ea typeface="+mn-ea"/>
          <a:cs typeface="+mn-cs"/>
        </a:defRPr>
      </a:lvl8pPr>
      <a:lvl9pPr marL="970361" algn="l" defTabSz="242590" rtl="0" eaLnBrk="1" latinLnBrk="0" hangingPunct="1">
        <a:defRPr sz="4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39E6152A-5DE2-1FD4-358D-A7E3A6E88AAA}"/>
              </a:ext>
            </a:extLst>
          </p:cNvPr>
          <p:cNvSpPr txBox="1"/>
          <p:nvPr/>
        </p:nvSpPr>
        <p:spPr>
          <a:xfrm>
            <a:off x="2438235" y="71141"/>
            <a:ext cx="1136085" cy="515092"/>
          </a:xfrm>
          <a:prstGeom prst="roundRect">
            <a:avLst/>
          </a:prstGeom>
          <a:solidFill>
            <a:srgbClr val="EDF4E5"/>
          </a:solidFill>
          <a:ln>
            <a:solidFill>
              <a:srgbClr val="CDE2B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endParaRPr kumimoji="1" lang="zh-CN" altLang="en-US" sz="629" dirty="0">
              <a:cs typeface="Arial" panose="020B0604020202020204" pitchFamily="34" charset="0"/>
            </a:endParaRPr>
          </a:p>
        </p:txBody>
      </p: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DEB732ED-13F5-4B04-5E74-36E3292D8996}"/>
              </a:ext>
            </a:extLst>
          </p:cNvPr>
          <p:cNvSpPr txBox="1"/>
          <p:nvPr/>
        </p:nvSpPr>
        <p:spPr>
          <a:xfrm>
            <a:off x="2381796" y="58805"/>
            <a:ext cx="12443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CN" sz="600" dirty="0">
                <a:cs typeface="Arial" panose="020B0604020202020204" pitchFamily="34" charset="0"/>
              </a:rPr>
              <a:t>It premiered on HBO in the United States on April 17, 2011, and concluded on May 19, 2019, with 73 episodes broadcast over </a:t>
            </a:r>
            <a:r>
              <a:rPr kumimoji="1" lang="en" altLang="zh-CN" sz="600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eight seasons</a:t>
            </a:r>
            <a:r>
              <a:rPr kumimoji="1" lang="en" altLang="zh-CN" sz="600" dirty="0">
                <a:cs typeface="Arial" panose="020B0604020202020204" pitchFamily="34" charset="0"/>
              </a:rPr>
              <a:t>. </a:t>
            </a:r>
            <a:endParaRPr kumimoji="1" lang="zh-CN" altLang="en-US" sz="600" dirty="0">
              <a:cs typeface="Arial" panose="020B0604020202020204" pitchFamily="34" charset="0"/>
            </a:endParaRP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C1861688-BEA4-F03A-F6C7-59F7548C4E74}"/>
              </a:ext>
            </a:extLst>
          </p:cNvPr>
          <p:cNvSpPr/>
          <p:nvPr/>
        </p:nvSpPr>
        <p:spPr>
          <a:xfrm>
            <a:off x="30433" y="467663"/>
            <a:ext cx="2358168" cy="45783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0000"/>
            </a:schemeClr>
          </a:solidFill>
          <a:ln w="15875">
            <a:solidFill>
              <a:schemeClr val="accent2">
                <a:lumMod val="75000"/>
                <a:alpha val="48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29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C0FEEBB1-57BE-1603-3285-941D4CBF380E}"/>
              </a:ext>
            </a:extLst>
          </p:cNvPr>
          <p:cNvSpPr/>
          <p:nvPr/>
        </p:nvSpPr>
        <p:spPr>
          <a:xfrm>
            <a:off x="78921" y="1484575"/>
            <a:ext cx="638730" cy="218057"/>
          </a:xfrm>
          <a:prstGeom prst="roundRect">
            <a:avLst/>
          </a:prstGeom>
          <a:solidFill>
            <a:srgbClr val="EDF4E5"/>
          </a:solidFill>
          <a:ln w="15875">
            <a:solidFill>
              <a:srgbClr val="CDE2B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" altLang="zh-CN" sz="629" dirty="0">
                <a:solidFill>
                  <a:schemeClr val="tx1"/>
                </a:solidFill>
                <a:cs typeface="Arial" panose="020B0604020202020204" pitchFamily="34" charset="0"/>
              </a:rPr>
              <a:t>Eight seasons</a:t>
            </a:r>
            <a:endParaRPr kumimoji="1" lang="zh-CN" altLang="en-US" sz="629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455D834-EEB2-6D59-FB3C-79B6C20F495D}"/>
              </a:ext>
            </a:extLst>
          </p:cNvPr>
          <p:cNvSpPr/>
          <p:nvPr/>
        </p:nvSpPr>
        <p:spPr>
          <a:xfrm>
            <a:off x="19906" y="92038"/>
            <a:ext cx="1404946" cy="253343"/>
          </a:xfrm>
          <a:prstGeom prst="roundRect">
            <a:avLst/>
          </a:prstGeom>
          <a:solidFill>
            <a:srgbClr val="FFF6DD"/>
          </a:solidFill>
          <a:ln w="15875">
            <a:solidFill>
              <a:srgbClr val="FFE28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15" dirty="0"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C73E66-7BFD-7396-D8D3-A1284D8F13C7}"/>
              </a:ext>
            </a:extLst>
          </p:cNvPr>
          <p:cNvSpPr txBox="1"/>
          <p:nvPr/>
        </p:nvSpPr>
        <p:spPr>
          <a:xfrm>
            <a:off x="64812" y="62958"/>
            <a:ext cx="1434236" cy="310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90" dirty="0"/>
              <a:t>Question: </a:t>
            </a:r>
            <a:r>
              <a:rPr lang="en" altLang="zh-CN" sz="690" dirty="0"/>
              <a:t>How many seasons of Game of Thrones are there?</a:t>
            </a:r>
            <a:endParaRPr lang="zh-CN" altLang="en-US" sz="690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B177523E-AAA0-01CA-6914-A14BF5ECD25F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1424855" y="216317"/>
            <a:ext cx="193603" cy="239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C295B97-D85E-C4A3-3450-C0C8FE88CC39}"/>
              </a:ext>
            </a:extLst>
          </p:cNvPr>
          <p:cNvSpPr/>
          <p:nvPr/>
        </p:nvSpPr>
        <p:spPr>
          <a:xfrm>
            <a:off x="1618458" y="106070"/>
            <a:ext cx="770149" cy="220488"/>
          </a:xfrm>
          <a:prstGeom prst="rect">
            <a:avLst/>
          </a:prstGeom>
          <a:solidFill>
            <a:srgbClr val="C3DAF0"/>
          </a:solidFill>
          <a:ln w="15875">
            <a:solidFill>
              <a:srgbClr val="96B2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8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6AAB71-168D-1FF5-AFB1-F6579F009784}"/>
              </a:ext>
            </a:extLst>
          </p:cNvPr>
          <p:cNvSpPr/>
          <p:nvPr/>
        </p:nvSpPr>
        <p:spPr>
          <a:xfrm>
            <a:off x="1245098" y="1492232"/>
            <a:ext cx="930155" cy="195238"/>
          </a:xfrm>
          <a:prstGeom prst="rect">
            <a:avLst/>
          </a:prstGeom>
          <a:solidFill>
            <a:srgbClr val="6430BE">
              <a:alpha val="25000"/>
            </a:srgbClr>
          </a:solidFill>
          <a:ln w="15875">
            <a:solidFill>
              <a:srgbClr val="7030A0">
                <a:alpha val="44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8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1901EAA-CECC-8ADD-F2FD-33E0FCF01058}"/>
              </a:ext>
            </a:extLst>
          </p:cNvPr>
          <p:cNvSpPr txBox="1"/>
          <p:nvPr/>
        </p:nvSpPr>
        <p:spPr>
          <a:xfrm>
            <a:off x="2427000" y="606171"/>
            <a:ext cx="1147318" cy="423658"/>
          </a:xfrm>
          <a:prstGeom prst="roundRect">
            <a:avLst/>
          </a:prstGeom>
          <a:solidFill>
            <a:srgbClr val="FFE2E0"/>
          </a:solidFill>
          <a:ln>
            <a:solidFill>
              <a:srgbClr val="FF979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en-US"/>
            </a:defPPr>
            <a:lvl1pPr>
              <a:defRPr kumimoji="1" sz="629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zh-CN" altLang="en-US" dirty="0">
              <a:latin typeface="+mn-lt"/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AD92AE96-AD05-A7B9-2D63-4F1F6540E033}"/>
              </a:ext>
            </a:extLst>
          </p:cNvPr>
          <p:cNvSpPr/>
          <p:nvPr/>
        </p:nvSpPr>
        <p:spPr>
          <a:xfrm>
            <a:off x="94949" y="499941"/>
            <a:ext cx="406906" cy="124192"/>
          </a:xfrm>
          <a:prstGeom prst="roundRect">
            <a:avLst/>
          </a:prstGeom>
          <a:solidFill>
            <a:srgbClr val="FFE2E0"/>
          </a:solidFill>
          <a:ln w="15875">
            <a:solidFill>
              <a:srgbClr val="FF97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500" dirty="0">
              <a:cs typeface="Arial" panose="020B0604020202020204" pitchFamily="34" charset="0"/>
            </a:endParaRP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2FC20A6-7371-9684-F76E-4F548C9C5BF4}"/>
              </a:ext>
            </a:extLst>
          </p:cNvPr>
          <p:cNvSpPr/>
          <p:nvPr/>
        </p:nvSpPr>
        <p:spPr>
          <a:xfrm>
            <a:off x="546891" y="499365"/>
            <a:ext cx="406905" cy="124192"/>
          </a:xfrm>
          <a:prstGeom prst="roundRect">
            <a:avLst/>
          </a:prstGeom>
          <a:solidFill>
            <a:srgbClr val="EDF4E5"/>
          </a:solidFill>
          <a:ln w="15875">
            <a:solidFill>
              <a:srgbClr val="CDE2B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5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BE1FD9-7325-CE78-2B6E-A1CDC937A70A}"/>
              </a:ext>
            </a:extLst>
          </p:cNvPr>
          <p:cNvSpPr txBox="1"/>
          <p:nvPr/>
        </p:nvSpPr>
        <p:spPr>
          <a:xfrm>
            <a:off x="632950" y="750047"/>
            <a:ext cx="1195371" cy="201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708" dirty="0">
                <a:latin typeface="+mn-lt"/>
              </a:rPr>
              <a:t>Retrieved Passages</a:t>
            </a:r>
            <a:endParaRPr lang="zh-CN" altLang="en-US" sz="708" dirty="0">
              <a:latin typeface="+mn-lt"/>
            </a:endParaRPr>
          </a:p>
        </p:txBody>
      </p:sp>
      <p:sp>
        <p:nvSpPr>
          <p:cNvPr id="57" name="question-mark-outline-in-a-circle-hand-drawn-button_35704">
            <a:extLst>
              <a:ext uri="{FF2B5EF4-FFF2-40B4-BE49-F238E27FC236}">
                <a16:creationId xmlns:a16="http://schemas.microsoft.com/office/drawing/2014/main" id="{86F534AE-72C6-76C7-18D0-2A74B765CE87}"/>
              </a:ext>
            </a:extLst>
          </p:cNvPr>
          <p:cNvSpPr/>
          <p:nvPr/>
        </p:nvSpPr>
        <p:spPr>
          <a:xfrm>
            <a:off x="35160" y="145678"/>
            <a:ext cx="138617" cy="138926"/>
          </a:xfrm>
          <a:custGeom>
            <a:avLst/>
            <a:gdLst>
              <a:gd name="connsiteX0" fmla="*/ 288885 w 607480"/>
              <a:gd name="connsiteY0" fmla="*/ 447935 h 600511"/>
              <a:gd name="connsiteX1" fmla="*/ 276635 w 607480"/>
              <a:gd name="connsiteY1" fmla="*/ 455545 h 600511"/>
              <a:gd name="connsiteX2" fmla="*/ 275966 w 607480"/>
              <a:gd name="connsiteY2" fmla="*/ 485415 h 600511"/>
              <a:gd name="connsiteX3" fmla="*/ 315740 w 607480"/>
              <a:gd name="connsiteY3" fmla="*/ 494100 h 600511"/>
              <a:gd name="connsiteX4" fmla="*/ 323675 w 607480"/>
              <a:gd name="connsiteY4" fmla="*/ 459553 h 600511"/>
              <a:gd name="connsiteX5" fmla="*/ 303789 w 607480"/>
              <a:gd name="connsiteY5" fmla="*/ 449342 h 600511"/>
              <a:gd name="connsiteX6" fmla="*/ 288885 w 607480"/>
              <a:gd name="connsiteY6" fmla="*/ 447935 h 600511"/>
              <a:gd name="connsiteX7" fmla="*/ 296790 w 607480"/>
              <a:gd name="connsiteY7" fmla="*/ 422461 h 600511"/>
              <a:gd name="connsiteX8" fmla="*/ 346335 w 607480"/>
              <a:gd name="connsiteY8" fmla="*/ 448388 h 600511"/>
              <a:gd name="connsiteX9" fmla="*/ 327882 w 607480"/>
              <a:gd name="connsiteY9" fmla="*/ 514904 h 600511"/>
              <a:gd name="connsiteX10" fmla="*/ 256557 w 607480"/>
              <a:gd name="connsiteY10" fmla="*/ 499825 h 600511"/>
              <a:gd name="connsiteX11" fmla="*/ 248622 w 607480"/>
              <a:gd name="connsiteY11" fmla="*/ 480071 h 600511"/>
              <a:gd name="connsiteX12" fmla="*/ 255219 w 607480"/>
              <a:gd name="connsiteY12" fmla="*/ 446098 h 600511"/>
              <a:gd name="connsiteX13" fmla="*/ 278548 w 607480"/>
              <a:gd name="connsiteY13" fmla="*/ 423958 h 600511"/>
              <a:gd name="connsiteX14" fmla="*/ 296790 w 607480"/>
              <a:gd name="connsiteY14" fmla="*/ 422461 h 600511"/>
              <a:gd name="connsiteX15" fmla="*/ 316721 w 607480"/>
              <a:gd name="connsiteY15" fmla="*/ 114055 h 600511"/>
              <a:gd name="connsiteX16" fmla="*/ 208191 w 607480"/>
              <a:gd name="connsiteY16" fmla="*/ 145953 h 600511"/>
              <a:gd name="connsiteX17" fmla="*/ 237250 w 607480"/>
              <a:gd name="connsiteY17" fmla="*/ 185366 h 600511"/>
              <a:gd name="connsiteX18" fmla="*/ 299479 w 607480"/>
              <a:gd name="connsiteY18" fmla="*/ 163799 h 600511"/>
              <a:gd name="connsiteX19" fmla="*/ 347370 w 607480"/>
              <a:gd name="connsiteY19" fmla="*/ 197295 h 600511"/>
              <a:gd name="connsiteX20" fmla="*/ 342112 w 607480"/>
              <a:gd name="connsiteY20" fmla="*/ 257036 h 600511"/>
              <a:gd name="connsiteX21" fmla="*/ 280266 w 607480"/>
              <a:gd name="connsiteY21" fmla="*/ 293777 h 600511"/>
              <a:gd name="connsiteX22" fmla="*/ 281413 w 607480"/>
              <a:gd name="connsiteY22" fmla="*/ 380525 h 600511"/>
              <a:gd name="connsiteX23" fmla="*/ 322230 w 607480"/>
              <a:gd name="connsiteY23" fmla="*/ 378617 h 600511"/>
              <a:gd name="connsiteX24" fmla="*/ 322230 w 607480"/>
              <a:gd name="connsiteY24" fmla="*/ 320975 h 600511"/>
              <a:gd name="connsiteX25" fmla="*/ 322421 w 607480"/>
              <a:gd name="connsiteY25" fmla="*/ 318971 h 600511"/>
              <a:gd name="connsiteX26" fmla="*/ 329494 w 607480"/>
              <a:gd name="connsiteY26" fmla="*/ 305515 h 600511"/>
              <a:gd name="connsiteX27" fmla="*/ 409981 w 607480"/>
              <a:gd name="connsiteY27" fmla="*/ 156450 h 600511"/>
              <a:gd name="connsiteX28" fmla="*/ 316721 w 607480"/>
              <a:gd name="connsiteY28" fmla="*/ 114055 h 600511"/>
              <a:gd name="connsiteX29" fmla="*/ 320808 w 607480"/>
              <a:gd name="connsiteY29" fmla="*/ 85604 h 600511"/>
              <a:gd name="connsiteX30" fmla="*/ 436937 w 607480"/>
              <a:gd name="connsiteY30" fmla="*/ 145762 h 600511"/>
              <a:gd name="connsiteX31" fmla="*/ 351384 w 607480"/>
              <a:gd name="connsiteY31" fmla="*/ 326415 h 600511"/>
              <a:gd name="connsiteX32" fmla="*/ 351384 w 607480"/>
              <a:gd name="connsiteY32" fmla="*/ 390736 h 600511"/>
              <a:gd name="connsiteX33" fmla="*/ 338575 w 607480"/>
              <a:gd name="connsiteY33" fmla="*/ 404670 h 600511"/>
              <a:gd name="connsiteX34" fmla="*/ 332458 w 607480"/>
              <a:gd name="connsiteY34" fmla="*/ 406674 h 600511"/>
              <a:gd name="connsiteX35" fmla="*/ 266883 w 607480"/>
              <a:gd name="connsiteY35" fmla="*/ 409632 h 600511"/>
              <a:gd name="connsiteX36" fmla="*/ 252927 w 607480"/>
              <a:gd name="connsiteY36" fmla="*/ 393409 h 600511"/>
              <a:gd name="connsiteX37" fmla="*/ 252353 w 607480"/>
              <a:gd name="connsiteY37" fmla="*/ 389305 h 600511"/>
              <a:gd name="connsiteX38" fmla="*/ 250920 w 607480"/>
              <a:gd name="connsiteY38" fmla="*/ 284616 h 600511"/>
              <a:gd name="connsiteX39" fmla="*/ 251111 w 607480"/>
              <a:gd name="connsiteY39" fmla="*/ 281085 h 600511"/>
              <a:gd name="connsiteX40" fmla="*/ 261530 w 607480"/>
              <a:gd name="connsiteY40" fmla="*/ 267629 h 600511"/>
              <a:gd name="connsiteX41" fmla="*/ 321465 w 607480"/>
              <a:gd name="connsiteY41" fmla="*/ 210179 h 600511"/>
              <a:gd name="connsiteX42" fmla="*/ 248339 w 607480"/>
              <a:gd name="connsiteY42" fmla="*/ 213614 h 600511"/>
              <a:gd name="connsiteX43" fmla="*/ 222243 w 607480"/>
              <a:gd name="connsiteY43" fmla="*/ 214855 h 600511"/>
              <a:gd name="connsiteX44" fmla="*/ 177984 w 607480"/>
              <a:gd name="connsiteY44" fmla="*/ 153874 h 600511"/>
              <a:gd name="connsiteX45" fmla="*/ 178367 w 607480"/>
              <a:gd name="connsiteY45" fmla="*/ 134024 h 600511"/>
              <a:gd name="connsiteX46" fmla="*/ 185249 w 607480"/>
              <a:gd name="connsiteY46" fmla="*/ 125149 h 600511"/>
              <a:gd name="connsiteX47" fmla="*/ 320808 w 607480"/>
              <a:gd name="connsiteY47" fmla="*/ 85604 h 600511"/>
              <a:gd name="connsiteX48" fmla="*/ 308919 w 607480"/>
              <a:gd name="connsiteY48" fmla="*/ 39703 h 600511"/>
              <a:gd name="connsiteX49" fmla="*/ 168577 w 607480"/>
              <a:gd name="connsiteY49" fmla="*/ 74348 h 600511"/>
              <a:gd name="connsiteX50" fmla="*/ 39898 w 607480"/>
              <a:gd name="connsiteY50" fmla="*/ 300924 h 600511"/>
              <a:gd name="connsiteX51" fmla="*/ 82345 w 607480"/>
              <a:gd name="connsiteY51" fmla="*/ 428718 h 600511"/>
              <a:gd name="connsiteX52" fmla="*/ 304712 w 607480"/>
              <a:gd name="connsiteY52" fmla="*/ 560808 h 600511"/>
              <a:gd name="connsiteX53" fmla="*/ 567710 w 607480"/>
              <a:gd name="connsiteY53" fmla="*/ 298347 h 600511"/>
              <a:gd name="connsiteX54" fmla="*/ 540559 w 607480"/>
              <a:gd name="connsiteY54" fmla="*/ 185632 h 600511"/>
              <a:gd name="connsiteX55" fmla="*/ 308919 w 607480"/>
              <a:gd name="connsiteY55" fmla="*/ 39703 h 600511"/>
              <a:gd name="connsiteX56" fmla="*/ 308919 w 607480"/>
              <a:gd name="connsiteY56" fmla="*/ 0 h 600511"/>
              <a:gd name="connsiteX57" fmla="*/ 576983 w 607480"/>
              <a:gd name="connsiteY57" fmla="*/ 169598 h 600511"/>
              <a:gd name="connsiteX58" fmla="*/ 607480 w 607480"/>
              <a:gd name="connsiteY58" fmla="*/ 298347 h 600511"/>
              <a:gd name="connsiteX59" fmla="*/ 304712 w 607480"/>
              <a:gd name="connsiteY59" fmla="*/ 600511 h 600511"/>
              <a:gd name="connsiteX60" fmla="*/ 49554 w 607480"/>
              <a:gd name="connsiteY60" fmla="*/ 451147 h 600511"/>
              <a:gd name="connsiteX61" fmla="*/ 128 w 607480"/>
              <a:gd name="connsiteY61" fmla="*/ 302069 h 600511"/>
              <a:gd name="connsiteX62" fmla="*/ 150222 w 607480"/>
              <a:gd name="connsiteY62" fmla="*/ 39131 h 600511"/>
              <a:gd name="connsiteX63" fmla="*/ 308919 w 607480"/>
              <a:gd name="connsiteY63" fmla="*/ 0 h 60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7480" h="600511">
                <a:moveTo>
                  <a:pt x="288885" y="447935"/>
                </a:moveTo>
                <a:cubicBezTo>
                  <a:pt x="284069" y="448602"/>
                  <a:pt x="279695" y="450774"/>
                  <a:pt x="276635" y="455545"/>
                </a:cubicBezTo>
                <a:cubicBezTo>
                  <a:pt x="271281" y="463848"/>
                  <a:pt x="270325" y="476826"/>
                  <a:pt x="275966" y="485415"/>
                </a:cubicBezTo>
                <a:cubicBezTo>
                  <a:pt x="284667" y="498776"/>
                  <a:pt x="301876" y="502307"/>
                  <a:pt x="315740" y="494100"/>
                </a:cubicBezTo>
                <a:cubicBezTo>
                  <a:pt x="330177" y="485511"/>
                  <a:pt x="338782" y="472150"/>
                  <a:pt x="323675" y="459553"/>
                </a:cubicBezTo>
                <a:cubicBezTo>
                  <a:pt x="317939" y="454782"/>
                  <a:pt x="311055" y="451251"/>
                  <a:pt x="303789" y="449342"/>
                </a:cubicBezTo>
                <a:cubicBezTo>
                  <a:pt x="298961" y="448101"/>
                  <a:pt x="293702" y="447266"/>
                  <a:pt x="288885" y="447935"/>
                </a:cubicBezTo>
                <a:close/>
                <a:moveTo>
                  <a:pt x="296790" y="422461"/>
                </a:moveTo>
                <a:cubicBezTo>
                  <a:pt x="315644" y="424286"/>
                  <a:pt x="335292" y="435290"/>
                  <a:pt x="346335" y="448388"/>
                </a:cubicBezTo>
                <a:cubicBezTo>
                  <a:pt x="365935" y="471769"/>
                  <a:pt x="353123" y="501925"/>
                  <a:pt x="327882" y="514904"/>
                </a:cubicBezTo>
                <a:cubicBezTo>
                  <a:pt x="303406" y="527405"/>
                  <a:pt x="272524" y="524256"/>
                  <a:pt x="256557" y="499825"/>
                </a:cubicBezTo>
                <a:cubicBezTo>
                  <a:pt x="252828" y="494100"/>
                  <a:pt x="249960" y="486656"/>
                  <a:pt x="248622" y="480071"/>
                </a:cubicBezTo>
                <a:cubicBezTo>
                  <a:pt x="246327" y="468429"/>
                  <a:pt x="250056" y="456500"/>
                  <a:pt x="255219" y="446098"/>
                </a:cubicBezTo>
                <a:cubicBezTo>
                  <a:pt x="260190" y="436173"/>
                  <a:pt x="267361" y="427202"/>
                  <a:pt x="278548" y="423958"/>
                </a:cubicBezTo>
                <a:cubicBezTo>
                  <a:pt x="284309" y="422264"/>
                  <a:pt x="290505" y="421852"/>
                  <a:pt x="296790" y="422461"/>
                </a:cubicBezTo>
                <a:close/>
                <a:moveTo>
                  <a:pt x="316721" y="114055"/>
                </a:moveTo>
                <a:cubicBezTo>
                  <a:pt x="277948" y="116584"/>
                  <a:pt x="236629" y="131495"/>
                  <a:pt x="208191" y="145953"/>
                </a:cubicBezTo>
                <a:cubicBezTo>
                  <a:pt x="218132" y="158932"/>
                  <a:pt x="227882" y="172006"/>
                  <a:pt x="237250" y="185366"/>
                </a:cubicBezTo>
                <a:cubicBezTo>
                  <a:pt x="255221" y="171720"/>
                  <a:pt x="276538" y="161604"/>
                  <a:pt x="299479" y="163799"/>
                </a:cubicBezTo>
                <a:cubicBezTo>
                  <a:pt x="320127" y="165803"/>
                  <a:pt x="338862" y="178114"/>
                  <a:pt x="347370" y="197295"/>
                </a:cubicBezTo>
                <a:cubicBezTo>
                  <a:pt x="355877" y="216286"/>
                  <a:pt x="354539" y="239954"/>
                  <a:pt x="342112" y="257036"/>
                </a:cubicBezTo>
                <a:cubicBezTo>
                  <a:pt x="327009" y="277745"/>
                  <a:pt x="304641" y="288719"/>
                  <a:pt x="280266" y="293777"/>
                </a:cubicBezTo>
                <a:cubicBezTo>
                  <a:pt x="281317" y="322693"/>
                  <a:pt x="281413" y="351609"/>
                  <a:pt x="281413" y="380525"/>
                </a:cubicBezTo>
                <a:cubicBezTo>
                  <a:pt x="295082" y="380334"/>
                  <a:pt x="308656" y="379857"/>
                  <a:pt x="322230" y="378617"/>
                </a:cubicBezTo>
                <a:lnTo>
                  <a:pt x="322230" y="320975"/>
                </a:lnTo>
                <a:cubicBezTo>
                  <a:pt x="322230" y="320212"/>
                  <a:pt x="322325" y="319639"/>
                  <a:pt x="322421" y="318971"/>
                </a:cubicBezTo>
                <a:cubicBezTo>
                  <a:pt x="321752" y="313914"/>
                  <a:pt x="323568" y="308665"/>
                  <a:pt x="329494" y="305515"/>
                </a:cubicBezTo>
                <a:cubicBezTo>
                  <a:pt x="375473" y="280321"/>
                  <a:pt x="440665" y="215428"/>
                  <a:pt x="409981" y="156450"/>
                </a:cubicBezTo>
                <a:cubicBezTo>
                  <a:pt x="391724" y="121379"/>
                  <a:pt x="355495" y="111526"/>
                  <a:pt x="316721" y="114055"/>
                </a:cubicBezTo>
                <a:close/>
                <a:moveTo>
                  <a:pt x="320808" y="85604"/>
                </a:moveTo>
                <a:cubicBezTo>
                  <a:pt x="369810" y="83636"/>
                  <a:pt x="415573" y="98285"/>
                  <a:pt x="436937" y="145762"/>
                </a:cubicBezTo>
                <a:cubicBezTo>
                  <a:pt x="468960" y="217145"/>
                  <a:pt x="410459" y="291010"/>
                  <a:pt x="351384" y="326415"/>
                </a:cubicBezTo>
                <a:lnTo>
                  <a:pt x="351384" y="390736"/>
                </a:lnTo>
                <a:cubicBezTo>
                  <a:pt x="351384" y="399325"/>
                  <a:pt x="345267" y="403906"/>
                  <a:pt x="338575" y="404670"/>
                </a:cubicBezTo>
                <a:cubicBezTo>
                  <a:pt x="336855" y="405719"/>
                  <a:pt x="334752" y="406387"/>
                  <a:pt x="332458" y="406674"/>
                </a:cubicBezTo>
                <a:cubicBezTo>
                  <a:pt x="310663" y="409441"/>
                  <a:pt x="288773" y="409632"/>
                  <a:pt x="266883" y="409632"/>
                </a:cubicBezTo>
                <a:cubicBezTo>
                  <a:pt x="256750" y="409632"/>
                  <a:pt x="252162" y="401234"/>
                  <a:pt x="252927" y="393409"/>
                </a:cubicBezTo>
                <a:cubicBezTo>
                  <a:pt x="252545" y="392168"/>
                  <a:pt x="252353" y="390832"/>
                  <a:pt x="252353" y="389305"/>
                </a:cubicBezTo>
                <a:cubicBezTo>
                  <a:pt x="252353" y="354377"/>
                  <a:pt x="252258" y="319449"/>
                  <a:pt x="250920" y="284616"/>
                </a:cubicBezTo>
                <a:cubicBezTo>
                  <a:pt x="250824" y="283375"/>
                  <a:pt x="250920" y="282230"/>
                  <a:pt x="251111" y="281085"/>
                </a:cubicBezTo>
                <a:cubicBezTo>
                  <a:pt x="250346" y="274882"/>
                  <a:pt x="253405" y="268774"/>
                  <a:pt x="261530" y="267629"/>
                </a:cubicBezTo>
                <a:cubicBezTo>
                  <a:pt x="288964" y="263907"/>
                  <a:pt x="335899" y="246538"/>
                  <a:pt x="321465" y="210179"/>
                </a:cubicBezTo>
                <a:cubicBezTo>
                  <a:pt x="308273" y="177255"/>
                  <a:pt x="267839" y="197677"/>
                  <a:pt x="248339" y="213614"/>
                </a:cubicBezTo>
                <a:cubicBezTo>
                  <a:pt x="243655" y="222012"/>
                  <a:pt x="229412" y="225543"/>
                  <a:pt x="222243" y="214855"/>
                </a:cubicBezTo>
                <a:cubicBezTo>
                  <a:pt x="208286" y="193955"/>
                  <a:pt x="193470" y="173628"/>
                  <a:pt x="177984" y="153874"/>
                </a:cubicBezTo>
                <a:cubicBezTo>
                  <a:pt x="172727" y="147193"/>
                  <a:pt x="174161" y="139273"/>
                  <a:pt x="178367" y="134024"/>
                </a:cubicBezTo>
                <a:cubicBezTo>
                  <a:pt x="179132" y="130588"/>
                  <a:pt x="181234" y="127439"/>
                  <a:pt x="185249" y="125149"/>
                </a:cubicBezTo>
                <a:cubicBezTo>
                  <a:pt x="219566" y="106158"/>
                  <a:pt x="271806" y="87573"/>
                  <a:pt x="320808" y="85604"/>
                </a:cubicBezTo>
                <a:close/>
                <a:moveTo>
                  <a:pt x="308919" y="39703"/>
                </a:moveTo>
                <a:cubicBezTo>
                  <a:pt x="260832" y="39703"/>
                  <a:pt x="212267" y="51633"/>
                  <a:pt x="168577" y="74348"/>
                </a:cubicBezTo>
                <a:cubicBezTo>
                  <a:pt x="88750" y="115769"/>
                  <a:pt x="37126" y="206819"/>
                  <a:pt x="39898" y="300924"/>
                </a:cubicBezTo>
                <a:cubicBezTo>
                  <a:pt x="41237" y="345971"/>
                  <a:pt x="55959" y="390160"/>
                  <a:pt x="82345" y="428718"/>
                </a:cubicBezTo>
                <a:cubicBezTo>
                  <a:pt x="143147" y="517573"/>
                  <a:pt x="215899" y="560808"/>
                  <a:pt x="304712" y="560808"/>
                </a:cubicBezTo>
                <a:cubicBezTo>
                  <a:pt x="449739" y="560808"/>
                  <a:pt x="567710" y="443034"/>
                  <a:pt x="567710" y="298347"/>
                </a:cubicBezTo>
                <a:cubicBezTo>
                  <a:pt x="567710" y="266470"/>
                  <a:pt x="557290" y="223331"/>
                  <a:pt x="540559" y="185632"/>
                </a:cubicBezTo>
                <a:cubicBezTo>
                  <a:pt x="500025" y="94295"/>
                  <a:pt x="413410" y="39703"/>
                  <a:pt x="308919" y="39703"/>
                </a:cubicBezTo>
                <a:close/>
                <a:moveTo>
                  <a:pt x="308919" y="0"/>
                </a:moveTo>
                <a:cubicBezTo>
                  <a:pt x="429663" y="0"/>
                  <a:pt x="529852" y="63372"/>
                  <a:pt x="576983" y="169598"/>
                </a:cubicBezTo>
                <a:cubicBezTo>
                  <a:pt x="596008" y="212641"/>
                  <a:pt x="607480" y="260743"/>
                  <a:pt x="607480" y="298347"/>
                </a:cubicBezTo>
                <a:cubicBezTo>
                  <a:pt x="607480" y="464986"/>
                  <a:pt x="471631" y="600511"/>
                  <a:pt x="304712" y="600511"/>
                </a:cubicBezTo>
                <a:cubicBezTo>
                  <a:pt x="201846" y="600511"/>
                  <a:pt x="118291" y="551645"/>
                  <a:pt x="49554" y="451147"/>
                </a:cubicBezTo>
                <a:cubicBezTo>
                  <a:pt x="18771" y="406290"/>
                  <a:pt x="1754" y="354752"/>
                  <a:pt x="128" y="302069"/>
                </a:cubicBezTo>
                <a:cubicBezTo>
                  <a:pt x="-3122" y="191453"/>
                  <a:pt x="55768" y="88187"/>
                  <a:pt x="150222" y="39131"/>
                </a:cubicBezTo>
                <a:cubicBezTo>
                  <a:pt x="199552" y="13553"/>
                  <a:pt x="254426" y="0"/>
                  <a:pt x="308919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圆角矩形 38">
            <a:extLst>
              <a:ext uri="{FF2B5EF4-FFF2-40B4-BE49-F238E27FC236}">
                <a16:creationId xmlns:a16="http://schemas.microsoft.com/office/drawing/2014/main" id="{A86697FF-5E41-9C52-220E-9AE7B090E735}"/>
              </a:ext>
            </a:extLst>
          </p:cNvPr>
          <p:cNvSpPr/>
          <p:nvPr/>
        </p:nvSpPr>
        <p:spPr>
          <a:xfrm>
            <a:off x="1009579" y="499365"/>
            <a:ext cx="406906" cy="124192"/>
          </a:xfrm>
          <a:prstGeom prst="roundRect">
            <a:avLst/>
          </a:prstGeom>
          <a:solidFill>
            <a:srgbClr val="FFE2E0"/>
          </a:solidFill>
          <a:ln w="15875">
            <a:solidFill>
              <a:srgbClr val="FF97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500" dirty="0">
              <a:cs typeface="Arial" panose="020B0604020202020204" pitchFamily="34" charset="0"/>
            </a:endParaRPr>
          </a:p>
        </p:txBody>
      </p:sp>
      <p:sp>
        <p:nvSpPr>
          <p:cNvPr id="1028" name="圆角矩形 38">
            <a:extLst>
              <a:ext uri="{FF2B5EF4-FFF2-40B4-BE49-F238E27FC236}">
                <a16:creationId xmlns:a16="http://schemas.microsoft.com/office/drawing/2014/main" id="{E86AEB2B-A97B-07F3-E2A4-51CEFBA265A2}"/>
              </a:ext>
            </a:extLst>
          </p:cNvPr>
          <p:cNvSpPr/>
          <p:nvPr/>
        </p:nvSpPr>
        <p:spPr>
          <a:xfrm>
            <a:off x="1457560" y="497133"/>
            <a:ext cx="406906" cy="124192"/>
          </a:xfrm>
          <a:prstGeom prst="roundRect">
            <a:avLst/>
          </a:prstGeom>
          <a:solidFill>
            <a:srgbClr val="FFE2E0"/>
          </a:solidFill>
          <a:ln w="15875">
            <a:solidFill>
              <a:srgbClr val="FF97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500" dirty="0">
              <a:cs typeface="Arial" panose="020B0604020202020204" pitchFamily="34" charset="0"/>
            </a:endParaRPr>
          </a:p>
        </p:txBody>
      </p:sp>
      <p:sp>
        <p:nvSpPr>
          <p:cNvPr id="1030" name="圆角矩形 38">
            <a:extLst>
              <a:ext uri="{FF2B5EF4-FFF2-40B4-BE49-F238E27FC236}">
                <a16:creationId xmlns:a16="http://schemas.microsoft.com/office/drawing/2014/main" id="{323CD282-3D44-5DCD-AB90-25EDA080B037}"/>
              </a:ext>
            </a:extLst>
          </p:cNvPr>
          <p:cNvSpPr/>
          <p:nvPr/>
        </p:nvSpPr>
        <p:spPr>
          <a:xfrm>
            <a:off x="94949" y="660936"/>
            <a:ext cx="406906" cy="124192"/>
          </a:xfrm>
          <a:prstGeom prst="roundRect">
            <a:avLst/>
          </a:prstGeom>
          <a:solidFill>
            <a:srgbClr val="FFE2E0"/>
          </a:solidFill>
          <a:ln w="15875">
            <a:solidFill>
              <a:srgbClr val="FF97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500" dirty="0">
              <a:cs typeface="Arial" panose="020B0604020202020204" pitchFamily="34" charset="0"/>
            </a:endParaRPr>
          </a:p>
        </p:txBody>
      </p:sp>
      <p:sp>
        <p:nvSpPr>
          <p:cNvPr id="1031" name="圆角矩形 38">
            <a:extLst>
              <a:ext uri="{FF2B5EF4-FFF2-40B4-BE49-F238E27FC236}">
                <a16:creationId xmlns:a16="http://schemas.microsoft.com/office/drawing/2014/main" id="{855609CB-65E4-381E-49B1-93D320075684}"/>
              </a:ext>
            </a:extLst>
          </p:cNvPr>
          <p:cNvSpPr/>
          <p:nvPr/>
        </p:nvSpPr>
        <p:spPr>
          <a:xfrm>
            <a:off x="546883" y="659497"/>
            <a:ext cx="406906" cy="124192"/>
          </a:xfrm>
          <a:prstGeom prst="roundRect">
            <a:avLst/>
          </a:prstGeom>
          <a:solidFill>
            <a:srgbClr val="FFE2E0"/>
          </a:solidFill>
          <a:ln w="15875">
            <a:solidFill>
              <a:srgbClr val="FF97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500" dirty="0">
              <a:cs typeface="Arial" panose="020B0604020202020204" pitchFamily="34" charset="0"/>
            </a:endParaRPr>
          </a:p>
        </p:txBody>
      </p:sp>
      <p:sp>
        <p:nvSpPr>
          <p:cNvPr id="1032" name="圆角矩形 38">
            <a:extLst>
              <a:ext uri="{FF2B5EF4-FFF2-40B4-BE49-F238E27FC236}">
                <a16:creationId xmlns:a16="http://schemas.microsoft.com/office/drawing/2014/main" id="{EF2FF34C-D9A3-BEEB-5E7A-6C69493F8E77}"/>
              </a:ext>
            </a:extLst>
          </p:cNvPr>
          <p:cNvSpPr/>
          <p:nvPr/>
        </p:nvSpPr>
        <p:spPr>
          <a:xfrm>
            <a:off x="1457560" y="660801"/>
            <a:ext cx="406906" cy="124192"/>
          </a:xfrm>
          <a:prstGeom prst="roundRect">
            <a:avLst/>
          </a:prstGeom>
          <a:solidFill>
            <a:srgbClr val="FFE2E0"/>
          </a:solidFill>
          <a:ln w="15875">
            <a:solidFill>
              <a:srgbClr val="FF97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500" dirty="0">
              <a:cs typeface="Arial" panose="020B0604020202020204" pitchFamily="34" charset="0"/>
            </a:endParaRPr>
          </a:p>
        </p:txBody>
      </p:sp>
      <p:sp>
        <p:nvSpPr>
          <p:cNvPr id="1033" name="圆角矩形 39">
            <a:extLst>
              <a:ext uri="{FF2B5EF4-FFF2-40B4-BE49-F238E27FC236}">
                <a16:creationId xmlns:a16="http://schemas.microsoft.com/office/drawing/2014/main" id="{B13E57D3-425F-DEBD-20AE-67BB9C6C94AF}"/>
              </a:ext>
            </a:extLst>
          </p:cNvPr>
          <p:cNvSpPr/>
          <p:nvPr/>
        </p:nvSpPr>
        <p:spPr>
          <a:xfrm>
            <a:off x="1005633" y="666703"/>
            <a:ext cx="406905" cy="124192"/>
          </a:xfrm>
          <a:prstGeom prst="roundRect">
            <a:avLst/>
          </a:prstGeom>
          <a:solidFill>
            <a:srgbClr val="EDF4E5"/>
          </a:solidFill>
          <a:ln w="15875">
            <a:solidFill>
              <a:srgbClr val="CDE2B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5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34" name="圆角矩形 39">
            <a:extLst>
              <a:ext uri="{FF2B5EF4-FFF2-40B4-BE49-F238E27FC236}">
                <a16:creationId xmlns:a16="http://schemas.microsoft.com/office/drawing/2014/main" id="{9E9897D3-9146-9E16-8966-7C9657565AA6}"/>
              </a:ext>
            </a:extLst>
          </p:cNvPr>
          <p:cNvSpPr/>
          <p:nvPr/>
        </p:nvSpPr>
        <p:spPr>
          <a:xfrm>
            <a:off x="1928810" y="497133"/>
            <a:ext cx="406905" cy="124192"/>
          </a:xfrm>
          <a:prstGeom prst="roundRect">
            <a:avLst/>
          </a:prstGeom>
          <a:solidFill>
            <a:srgbClr val="EDF4E5"/>
          </a:solidFill>
          <a:ln w="15875">
            <a:solidFill>
              <a:srgbClr val="CDE2B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500" dirty="0">
                <a:solidFill>
                  <a:schemeClr val="tx1"/>
                </a:solidFill>
                <a:cs typeface="Arial" panose="020B0604020202020204" pitchFamily="34" charset="0"/>
              </a:rPr>
              <a:t>Relevant</a:t>
            </a:r>
            <a:endParaRPr kumimoji="1" lang="zh-CN" altLang="en-US" sz="5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35" name="圆角矩形 38">
            <a:extLst>
              <a:ext uri="{FF2B5EF4-FFF2-40B4-BE49-F238E27FC236}">
                <a16:creationId xmlns:a16="http://schemas.microsoft.com/office/drawing/2014/main" id="{3546BFB3-599F-C371-F44F-FCC4284243F3}"/>
              </a:ext>
            </a:extLst>
          </p:cNvPr>
          <p:cNvSpPr/>
          <p:nvPr/>
        </p:nvSpPr>
        <p:spPr>
          <a:xfrm>
            <a:off x="1928803" y="664709"/>
            <a:ext cx="406906" cy="124192"/>
          </a:xfrm>
          <a:prstGeom prst="roundRect">
            <a:avLst/>
          </a:prstGeom>
          <a:solidFill>
            <a:srgbClr val="FFE2E0"/>
          </a:solidFill>
          <a:ln w="15875">
            <a:solidFill>
              <a:srgbClr val="FF97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500" dirty="0">
                <a:solidFill>
                  <a:schemeClr val="tx1"/>
                </a:solidFill>
                <a:cs typeface="Arial" panose="020B0604020202020204" pitchFamily="34" charset="0"/>
              </a:rPr>
              <a:t>Irrelevant</a:t>
            </a:r>
            <a:endParaRPr kumimoji="1" lang="zh-CN" altLang="en-US" sz="5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36" name="search-through-thte-cloud_72640">
            <a:extLst>
              <a:ext uri="{FF2B5EF4-FFF2-40B4-BE49-F238E27FC236}">
                <a16:creationId xmlns:a16="http://schemas.microsoft.com/office/drawing/2014/main" id="{FF36FF74-0FCC-08A5-6E6E-609C6FD38257}"/>
              </a:ext>
            </a:extLst>
          </p:cNvPr>
          <p:cNvSpPr/>
          <p:nvPr/>
        </p:nvSpPr>
        <p:spPr>
          <a:xfrm>
            <a:off x="1655887" y="126744"/>
            <a:ext cx="158930" cy="176348"/>
          </a:xfrm>
          <a:custGeom>
            <a:avLst/>
            <a:gdLst>
              <a:gd name="connsiteX0" fmla="*/ 324635 w 559631"/>
              <a:gd name="connsiteY0" fmla="*/ 127794 h 604547"/>
              <a:gd name="connsiteX1" fmla="*/ 396630 w 559631"/>
              <a:gd name="connsiteY1" fmla="*/ 187433 h 604547"/>
              <a:gd name="connsiteX2" fmla="*/ 398013 w 559631"/>
              <a:gd name="connsiteY2" fmla="*/ 187433 h 604547"/>
              <a:gd name="connsiteX3" fmla="*/ 453691 w 559631"/>
              <a:gd name="connsiteY3" fmla="*/ 243023 h 604547"/>
              <a:gd name="connsiteX4" fmla="*/ 398013 w 559631"/>
              <a:gd name="connsiteY4" fmla="*/ 298704 h 604547"/>
              <a:gd name="connsiteX5" fmla="*/ 248031 w 559631"/>
              <a:gd name="connsiteY5" fmla="*/ 298704 h 604547"/>
              <a:gd name="connsiteX6" fmla="*/ 211158 w 559631"/>
              <a:gd name="connsiteY6" fmla="*/ 258669 h 604547"/>
              <a:gd name="connsiteX7" fmla="*/ 251165 w 559631"/>
              <a:gd name="connsiteY7" fmla="*/ 218725 h 604547"/>
              <a:gd name="connsiteX8" fmla="*/ 253470 w 559631"/>
              <a:gd name="connsiteY8" fmla="*/ 219001 h 604547"/>
              <a:gd name="connsiteX9" fmla="*/ 251165 w 559631"/>
              <a:gd name="connsiteY9" fmla="*/ 201054 h 604547"/>
              <a:gd name="connsiteX10" fmla="*/ 324635 w 559631"/>
              <a:gd name="connsiteY10" fmla="*/ 127794 h 604547"/>
              <a:gd name="connsiteX11" fmla="*/ 332533 w 559631"/>
              <a:gd name="connsiteY11" fmla="*/ 60472 h 604547"/>
              <a:gd name="connsiteX12" fmla="*/ 205784 w 559631"/>
              <a:gd name="connsiteY12" fmla="*/ 118735 h 604547"/>
              <a:gd name="connsiteX13" fmla="*/ 166330 w 559631"/>
              <a:gd name="connsiteY13" fmla="*/ 239864 h 604547"/>
              <a:gd name="connsiteX14" fmla="*/ 224220 w 559631"/>
              <a:gd name="connsiteY14" fmla="*/ 353353 h 604547"/>
              <a:gd name="connsiteX15" fmla="*/ 332349 w 559631"/>
              <a:gd name="connsiteY15" fmla="*/ 393207 h 604547"/>
              <a:gd name="connsiteX16" fmla="*/ 459098 w 559631"/>
              <a:gd name="connsiteY16" fmla="*/ 334944 h 604547"/>
              <a:gd name="connsiteX17" fmla="*/ 498552 w 559631"/>
              <a:gd name="connsiteY17" fmla="*/ 213816 h 604547"/>
              <a:gd name="connsiteX18" fmla="*/ 440662 w 559631"/>
              <a:gd name="connsiteY18" fmla="*/ 100327 h 604547"/>
              <a:gd name="connsiteX19" fmla="*/ 332533 w 559631"/>
              <a:gd name="connsiteY19" fmla="*/ 60472 h 604547"/>
              <a:gd name="connsiteX20" fmla="*/ 332533 w 559631"/>
              <a:gd name="connsiteY20" fmla="*/ 0 h 604547"/>
              <a:gd name="connsiteX21" fmla="*/ 480024 w 559631"/>
              <a:gd name="connsiteY21" fmla="*/ 54397 h 604547"/>
              <a:gd name="connsiteX22" fmla="*/ 558931 w 559631"/>
              <a:gd name="connsiteY22" fmla="*/ 209121 h 604547"/>
              <a:gd name="connsiteX23" fmla="*/ 505189 w 559631"/>
              <a:gd name="connsiteY23" fmla="*/ 374154 h 604547"/>
              <a:gd name="connsiteX24" fmla="*/ 332349 w 559631"/>
              <a:gd name="connsiteY24" fmla="*/ 453679 h 604547"/>
              <a:gd name="connsiteX25" fmla="*/ 279621 w 559631"/>
              <a:gd name="connsiteY25" fmla="*/ 447236 h 604547"/>
              <a:gd name="connsiteX26" fmla="*/ 230488 w 559631"/>
              <a:gd name="connsiteY26" fmla="*/ 504671 h 604547"/>
              <a:gd name="connsiteX27" fmla="*/ 208457 w 559631"/>
              <a:gd name="connsiteY27" fmla="*/ 515900 h 604547"/>
              <a:gd name="connsiteX28" fmla="*/ 184951 w 559631"/>
              <a:gd name="connsiteY28" fmla="*/ 508261 h 604547"/>
              <a:gd name="connsiteX29" fmla="*/ 179143 w 559631"/>
              <a:gd name="connsiteY29" fmla="*/ 503290 h 604547"/>
              <a:gd name="connsiteX30" fmla="*/ 111482 w 559631"/>
              <a:gd name="connsiteY30" fmla="*/ 582355 h 604547"/>
              <a:gd name="connsiteX31" fmla="*/ 22158 w 559631"/>
              <a:gd name="connsiteY31" fmla="*/ 589350 h 604547"/>
              <a:gd name="connsiteX32" fmla="*/ 15153 w 559631"/>
              <a:gd name="connsiteY32" fmla="*/ 500161 h 604547"/>
              <a:gd name="connsiteX33" fmla="*/ 82814 w 559631"/>
              <a:gd name="connsiteY33" fmla="*/ 421096 h 604547"/>
              <a:gd name="connsiteX34" fmla="*/ 77006 w 559631"/>
              <a:gd name="connsiteY34" fmla="*/ 416126 h 604547"/>
              <a:gd name="connsiteX35" fmla="*/ 73504 w 559631"/>
              <a:gd name="connsiteY35" fmla="*/ 370657 h 604547"/>
              <a:gd name="connsiteX36" fmla="*/ 122544 w 559631"/>
              <a:gd name="connsiteY36" fmla="*/ 313406 h 604547"/>
              <a:gd name="connsiteX37" fmla="*/ 105951 w 559631"/>
              <a:gd name="connsiteY37" fmla="*/ 244558 h 604547"/>
              <a:gd name="connsiteX38" fmla="*/ 159693 w 559631"/>
              <a:gd name="connsiteY38" fmla="*/ 79433 h 604547"/>
              <a:gd name="connsiteX39" fmla="*/ 332533 w 559631"/>
              <a:gd name="connsiteY39" fmla="*/ 0 h 60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59631" h="604547">
                <a:moveTo>
                  <a:pt x="324635" y="127794"/>
                </a:moveTo>
                <a:cubicBezTo>
                  <a:pt x="360494" y="127794"/>
                  <a:pt x="390269" y="153472"/>
                  <a:pt x="396630" y="187433"/>
                </a:cubicBezTo>
                <a:cubicBezTo>
                  <a:pt x="397091" y="187433"/>
                  <a:pt x="397552" y="187433"/>
                  <a:pt x="398013" y="187433"/>
                </a:cubicBezTo>
                <a:cubicBezTo>
                  <a:pt x="428802" y="187433"/>
                  <a:pt x="453691" y="212283"/>
                  <a:pt x="453691" y="243023"/>
                </a:cubicBezTo>
                <a:cubicBezTo>
                  <a:pt x="453691" y="273762"/>
                  <a:pt x="428802" y="298704"/>
                  <a:pt x="398013" y="298704"/>
                </a:cubicBezTo>
                <a:lnTo>
                  <a:pt x="248031" y="298704"/>
                </a:lnTo>
                <a:cubicBezTo>
                  <a:pt x="227198" y="297323"/>
                  <a:pt x="211158" y="279837"/>
                  <a:pt x="211158" y="258669"/>
                </a:cubicBezTo>
                <a:cubicBezTo>
                  <a:pt x="211158" y="236580"/>
                  <a:pt x="229134" y="218725"/>
                  <a:pt x="251165" y="218725"/>
                </a:cubicBezTo>
                <a:cubicBezTo>
                  <a:pt x="251995" y="218725"/>
                  <a:pt x="252733" y="218909"/>
                  <a:pt x="253470" y="219001"/>
                </a:cubicBezTo>
                <a:cubicBezTo>
                  <a:pt x="252087" y="213203"/>
                  <a:pt x="251165" y="207313"/>
                  <a:pt x="251165" y="201054"/>
                </a:cubicBezTo>
                <a:cubicBezTo>
                  <a:pt x="251165" y="160651"/>
                  <a:pt x="284075" y="127794"/>
                  <a:pt x="324635" y="127794"/>
                </a:cubicBezTo>
                <a:close/>
                <a:moveTo>
                  <a:pt x="332533" y="60472"/>
                </a:moveTo>
                <a:cubicBezTo>
                  <a:pt x="283677" y="60472"/>
                  <a:pt x="237494" y="81734"/>
                  <a:pt x="205784" y="118735"/>
                </a:cubicBezTo>
                <a:cubicBezTo>
                  <a:pt x="176839" y="152515"/>
                  <a:pt x="162827" y="195499"/>
                  <a:pt x="166330" y="239864"/>
                </a:cubicBezTo>
                <a:cubicBezTo>
                  <a:pt x="169833" y="284136"/>
                  <a:pt x="190390" y="324451"/>
                  <a:pt x="224220" y="353353"/>
                </a:cubicBezTo>
                <a:cubicBezTo>
                  <a:pt x="254363" y="379033"/>
                  <a:pt x="292711" y="393207"/>
                  <a:pt x="332349" y="393207"/>
                </a:cubicBezTo>
                <a:cubicBezTo>
                  <a:pt x="381205" y="393207"/>
                  <a:pt x="427388" y="371945"/>
                  <a:pt x="459098" y="334944"/>
                </a:cubicBezTo>
                <a:cubicBezTo>
                  <a:pt x="488043" y="301164"/>
                  <a:pt x="502055" y="258088"/>
                  <a:pt x="498552" y="213816"/>
                </a:cubicBezTo>
                <a:cubicBezTo>
                  <a:pt x="495049" y="169543"/>
                  <a:pt x="474493" y="129228"/>
                  <a:pt x="440662" y="100327"/>
                </a:cubicBezTo>
                <a:cubicBezTo>
                  <a:pt x="410519" y="74647"/>
                  <a:pt x="372079" y="60472"/>
                  <a:pt x="332533" y="60472"/>
                </a:cubicBezTo>
                <a:close/>
                <a:moveTo>
                  <a:pt x="332533" y="0"/>
                </a:moveTo>
                <a:cubicBezTo>
                  <a:pt x="386552" y="0"/>
                  <a:pt x="438911" y="19329"/>
                  <a:pt x="480024" y="54397"/>
                </a:cubicBezTo>
                <a:cubicBezTo>
                  <a:pt x="526114" y="93700"/>
                  <a:pt x="554137" y="148649"/>
                  <a:pt x="558931" y="209121"/>
                </a:cubicBezTo>
                <a:cubicBezTo>
                  <a:pt x="563632" y="269501"/>
                  <a:pt x="544551" y="328133"/>
                  <a:pt x="505189" y="374154"/>
                </a:cubicBezTo>
                <a:cubicBezTo>
                  <a:pt x="461864" y="424686"/>
                  <a:pt x="398904" y="453679"/>
                  <a:pt x="332349" y="453679"/>
                </a:cubicBezTo>
                <a:cubicBezTo>
                  <a:pt x="314466" y="453679"/>
                  <a:pt x="296767" y="451378"/>
                  <a:pt x="279621" y="447236"/>
                </a:cubicBezTo>
                <a:lnTo>
                  <a:pt x="230488" y="504671"/>
                </a:lnTo>
                <a:cubicBezTo>
                  <a:pt x="224958" y="511206"/>
                  <a:pt x="217030" y="515256"/>
                  <a:pt x="208457" y="515900"/>
                </a:cubicBezTo>
                <a:cubicBezTo>
                  <a:pt x="199976" y="516545"/>
                  <a:pt x="191496" y="513783"/>
                  <a:pt x="184951" y="508261"/>
                </a:cubicBezTo>
                <a:lnTo>
                  <a:pt x="179143" y="503290"/>
                </a:lnTo>
                <a:lnTo>
                  <a:pt x="111482" y="582355"/>
                </a:lnTo>
                <a:cubicBezTo>
                  <a:pt x="88806" y="608956"/>
                  <a:pt x="48799" y="612085"/>
                  <a:pt x="22158" y="589350"/>
                </a:cubicBezTo>
                <a:cubicBezTo>
                  <a:pt x="-4390" y="566708"/>
                  <a:pt x="-7524" y="526761"/>
                  <a:pt x="15153" y="500161"/>
                </a:cubicBezTo>
                <a:lnTo>
                  <a:pt x="82814" y="421096"/>
                </a:lnTo>
                <a:lnTo>
                  <a:pt x="77006" y="416126"/>
                </a:lnTo>
                <a:cubicBezTo>
                  <a:pt x="63456" y="404620"/>
                  <a:pt x="61889" y="384279"/>
                  <a:pt x="73504" y="370657"/>
                </a:cubicBezTo>
                <a:lnTo>
                  <a:pt x="122544" y="313406"/>
                </a:lnTo>
                <a:cubicBezTo>
                  <a:pt x="113602" y="291684"/>
                  <a:pt x="107887" y="268581"/>
                  <a:pt x="105951" y="244558"/>
                </a:cubicBezTo>
                <a:cubicBezTo>
                  <a:pt x="101250" y="184178"/>
                  <a:pt x="120332" y="125546"/>
                  <a:pt x="159693" y="79433"/>
                </a:cubicBezTo>
                <a:cubicBezTo>
                  <a:pt x="202926" y="28993"/>
                  <a:pt x="265886" y="0"/>
                  <a:pt x="332533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FC784F40-4619-2C00-5908-B5C570B69DA7}"/>
              </a:ext>
            </a:extLst>
          </p:cNvPr>
          <p:cNvSpPr txBox="1"/>
          <p:nvPr/>
        </p:nvSpPr>
        <p:spPr>
          <a:xfrm>
            <a:off x="1734094" y="107419"/>
            <a:ext cx="7183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800" dirty="0">
                <a:cs typeface="Arial" panose="020B0604020202020204" pitchFamily="34" charset="0"/>
              </a:rPr>
              <a:t>Retriever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0EEAAAA0-E323-69B5-2210-1541D085F45D}"/>
              </a:ext>
            </a:extLst>
          </p:cNvPr>
          <p:cNvSpPr txBox="1"/>
          <p:nvPr/>
        </p:nvSpPr>
        <p:spPr>
          <a:xfrm>
            <a:off x="2382859" y="586235"/>
            <a:ext cx="1310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600" dirty="0">
                <a:cs typeface="Arial" panose="020B0604020202020204" pitchFamily="34" charset="0"/>
              </a:rPr>
              <a:t>George R. R. Martin </a:t>
            </a:r>
            <a:r>
              <a:rPr kumimoji="1" lang="en-US" altLang="zh-CN" sz="600" dirty="0">
                <a:solidFill>
                  <a:srgbClr val="C00000"/>
                </a:solidFill>
                <a:cs typeface="Arial" panose="020B0604020202020204" pitchFamily="34" charset="0"/>
              </a:rPr>
              <a:t>planned</a:t>
            </a:r>
            <a:r>
              <a:rPr kumimoji="1" lang="en-US" altLang="zh-CN" sz="600" dirty="0">
                <a:cs typeface="Arial" panose="020B0604020202020204" pitchFamily="34" charset="0"/>
              </a:rPr>
              <a:t> for at least </a:t>
            </a:r>
            <a:r>
              <a:rPr kumimoji="1" lang="en-US" altLang="zh-CN" sz="600" dirty="0">
                <a:solidFill>
                  <a:srgbClr val="C00000"/>
                </a:solidFill>
                <a:cs typeface="Arial" panose="020B0604020202020204" pitchFamily="34" charset="0"/>
              </a:rPr>
              <a:t>10 seasons </a:t>
            </a:r>
            <a:r>
              <a:rPr kumimoji="1" lang="en-US" altLang="zh-CN" sz="600" dirty="0">
                <a:cs typeface="Arial" panose="020B0604020202020204" pitchFamily="34" charset="0"/>
              </a:rPr>
              <a:t>of 'Game of Thrones'. Jordan Potter. Mon 22nd Aug 2022 12.30 BST.</a:t>
            </a:r>
          </a:p>
        </p:txBody>
      </p:sp>
      <p:cxnSp>
        <p:nvCxnSpPr>
          <p:cNvPr id="1047" name="连接符: 曲线 1046">
            <a:extLst>
              <a:ext uri="{FF2B5EF4-FFF2-40B4-BE49-F238E27FC236}">
                <a16:creationId xmlns:a16="http://schemas.microsoft.com/office/drawing/2014/main" id="{644008E7-FEBA-AF18-9973-162F2E9C4015}"/>
              </a:ext>
            </a:extLst>
          </p:cNvPr>
          <p:cNvCxnSpPr>
            <a:cxnSpLocks/>
            <a:stCxn id="1034" idx="3"/>
            <a:endCxn id="27" idx="1"/>
          </p:cNvCxnSpPr>
          <p:nvPr/>
        </p:nvCxnSpPr>
        <p:spPr>
          <a:xfrm flipV="1">
            <a:off x="2335713" y="328687"/>
            <a:ext cx="102520" cy="230542"/>
          </a:xfrm>
          <a:prstGeom prst="curvedConnector3">
            <a:avLst/>
          </a:prstGeom>
          <a:ln w="6350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连接符: 曲线 1050">
            <a:extLst>
              <a:ext uri="{FF2B5EF4-FFF2-40B4-BE49-F238E27FC236}">
                <a16:creationId xmlns:a16="http://schemas.microsoft.com/office/drawing/2014/main" id="{F95AF9B1-3A87-CDB4-48F8-4D4CA2950FC0}"/>
              </a:ext>
            </a:extLst>
          </p:cNvPr>
          <p:cNvCxnSpPr>
            <a:cxnSpLocks/>
            <a:stCxn id="1035" idx="3"/>
            <a:endCxn id="33" idx="1"/>
          </p:cNvCxnSpPr>
          <p:nvPr/>
        </p:nvCxnSpPr>
        <p:spPr>
          <a:xfrm>
            <a:off x="2335711" y="726807"/>
            <a:ext cx="91291" cy="91195"/>
          </a:xfrm>
          <a:prstGeom prst="curvedConnector3">
            <a:avLst/>
          </a:prstGeom>
          <a:ln w="6350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2" name="Picture 2">
            <a:extLst>
              <a:ext uri="{FF2B5EF4-FFF2-40B4-BE49-F238E27FC236}">
                <a16:creationId xmlns:a16="http://schemas.microsoft.com/office/drawing/2014/main" id="{A7210889-EAA6-FA4C-E45E-CB1A0779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754" y="1491498"/>
            <a:ext cx="170696" cy="19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74" name="连接符: 曲线 1073">
            <a:extLst>
              <a:ext uri="{FF2B5EF4-FFF2-40B4-BE49-F238E27FC236}">
                <a16:creationId xmlns:a16="http://schemas.microsoft.com/office/drawing/2014/main" id="{793C821F-F0E0-80AA-0EF9-3BA86E67CC5D}"/>
              </a:ext>
            </a:extLst>
          </p:cNvPr>
          <p:cNvCxnSpPr>
            <a:cxnSpLocks/>
            <a:stCxn id="12" idx="2"/>
            <a:endCxn id="46" idx="0"/>
          </p:cNvCxnSpPr>
          <p:nvPr/>
        </p:nvCxnSpPr>
        <p:spPr>
          <a:xfrm rot="5400000">
            <a:off x="1535972" y="108"/>
            <a:ext cx="141100" cy="794009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5" name="文本框 1094">
            <a:extLst>
              <a:ext uri="{FF2B5EF4-FFF2-40B4-BE49-F238E27FC236}">
                <a16:creationId xmlns:a16="http://schemas.microsoft.com/office/drawing/2014/main" id="{979D3D61-71D9-1964-CC66-EAE1F0108773}"/>
              </a:ext>
            </a:extLst>
          </p:cNvPr>
          <p:cNvSpPr txBox="1"/>
          <p:nvPr/>
        </p:nvSpPr>
        <p:spPr>
          <a:xfrm>
            <a:off x="1532345" y="1485427"/>
            <a:ext cx="4568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800" dirty="0">
                <a:cs typeface="Arial" panose="020B0604020202020204" pitchFamily="34" charset="0"/>
              </a:rPr>
              <a:t>LLM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1096" name="文本框 1095">
            <a:extLst>
              <a:ext uri="{FF2B5EF4-FFF2-40B4-BE49-F238E27FC236}">
                <a16:creationId xmlns:a16="http://schemas.microsoft.com/office/drawing/2014/main" id="{FC03565C-D7E5-A21C-E2C1-C7802119F0EA}"/>
              </a:ext>
            </a:extLst>
          </p:cNvPr>
          <p:cNvSpPr txBox="1"/>
          <p:nvPr/>
        </p:nvSpPr>
        <p:spPr>
          <a:xfrm>
            <a:off x="2340682" y="1084430"/>
            <a:ext cx="789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00" dirty="0"/>
              <a:t>Merge all passages </a:t>
            </a:r>
          </a:p>
          <a:p>
            <a:pPr algn="ctr"/>
            <a:r>
              <a:rPr lang="en-US" altLang="zh-CN" sz="600" dirty="0"/>
              <a:t>as context directly</a:t>
            </a:r>
            <a:endParaRPr lang="zh-CN" altLang="en-US" sz="600" dirty="0"/>
          </a:p>
        </p:txBody>
      </p:sp>
      <p:pic>
        <p:nvPicPr>
          <p:cNvPr id="1101" name="图片 1100">
            <a:extLst>
              <a:ext uri="{FF2B5EF4-FFF2-40B4-BE49-F238E27FC236}">
                <a16:creationId xmlns:a16="http://schemas.microsoft.com/office/drawing/2014/main" id="{A610BA27-8844-4F0B-7ECD-B01EAFCBB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761" y="1387148"/>
            <a:ext cx="146276" cy="187819"/>
          </a:xfrm>
          <a:prstGeom prst="rect">
            <a:avLst/>
          </a:prstGeom>
        </p:spPr>
      </p:pic>
      <p:sp>
        <p:nvSpPr>
          <p:cNvPr id="1106" name="圆角矩形 36">
            <a:extLst>
              <a:ext uri="{FF2B5EF4-FFF2-40B4-BE49-F238E27FC236}">
                <a16:creationId xmlns:a16="http://schemas.microsoft.com/office/drawing/2014/main" id="{A984DA84-75C3-2D18-59FA-9236AD4783C1}"/>
              </a:ext>
            </a:extLst>
          </p:cNvPr>
          <p:cNvSpPr/>
          <p:nvPr/>
        </p:nvSpPr>
        <p:spPr>
          <a:xfrm>
            <a:off x="2616217" y="1482936"/>
            <a:ext cx="638730" cy="218057"/>
          </a:xfrm>
          <a:prstGeom prst="roundRect">
            <a:avLst/>
          </a:prstGeom>
          <a:solidFill>
            <a:srgbClr val="FFE2E0"/>
          </a:solidFill>
          <a:ln w="15875">
            <a:solidFill>
              <a:srgbClr val="FF97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629" dirty="0">
                <a:solidFill>
                  <a:schemeClr val="tx1"/>
                </a:solidFill>
                <a:cs typeface="Arial" panose="020B0604020202020204" pitchFamily="34" charset="0"/>
              </a:rPr>
              <a:t>10 seasons</a:t>
            </a:r>
            <a:endParaRPr lang="zh-CN" altLang="en-US" sz="629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117" name="直线箭头连接符 8">
            <a:extLst>
              <a:ext uri="{FF2B5EF4-FFF2-40B4-BE49-F238E27FC236}">
                <a16:creationId xmlns:a16="http://schemas.microsoft.com/office/drawing/2014/main" id="{B408B045-1054-F8A1-705F-9843CB4C9969}"/>
              </a:ext>
            </a:extLst>
          </p:cNvPr>
          <p:cNvCxnSpPr>
            <a:cxnSpLocks/>
            <a:stCxn id="24" idx="3"/>
            <a:endCxn id="1106" idx="1"/>
          </p:cNvCxnSpPr>
          <p:nvPr/>
        </p:nvCxnSpPr>
        <p:spPr>
          <a:xfrm>
            <a:off x="2175253" y="1589858"/>
            <a:ext cx="440971" cy="210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" name="直线箭头连接符 8">
            <a:extLst>
              <a:ext uri="{FF2B5EF4-FFF2-40B4-BE49-F238E27FC236}">
                <a16:creationId xmlns:a16="http://schemas.microsoft.com/office/drawing/2014/main" id="{B4B53736-FA57-C018-A85B-7F4FC0AC5449}"/>
              </a:ext>
            </a:extLst>
          </p:cNvPr>
          <p:cNvCxnSpPr>
            <a:cxnSpLocks/>
          </p:cNvCxnSpPr>
          <p:nvPr/>
        </p:nvCxnSpPr>
        <p:spPr>
          <a:xfrm>
            <a:off x="1858962" y="932140"/>
            <a:ext cx="5504" cy="55935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7" name="图片 1146">
            <a:extLst>
              <a:ext uri="{FF2B5EF4-FFF2-40B4-BE49-F238E27FC236}">
                <a16:creationId xmlns:a16="http://schemas.microsoft.com/office/drawing/2014/main" id="{F4EA7135-7F8C-D2A7-B16B-493B751C8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109" y="1030554"/>
            <a:ext cx="506051" cy="374950"/>
          </a:xfrm>
          <a:prstGeom prst="rect">
            <a:avLst/>
          </a:prstGeom>
        </p:spPr>
      </p:pic>
      <p:grpSp>
        <p:nvGrpSpPr>
          <p:cNvPr id="1185" name="组合 1184">
            <a:extLst>
              <a:ext uri="{FF2B5EF4-FFF2-40B4-BE49-F238E27FC236}">
                <a16:creationId xmlns:a16="http://schemas.microsoft.com/office/drawing/2014/main" id="{886EC278-2B44-7DF0-055C-69AB7A9217D1}"/>
              </a:ext>
            </a:extLst>
          </p:cNvPr>
          <p:cNvGrpSpPr/>
          <p:nvPr/>
        </p:nvGrpSpPr>
        <p:grpSpPr>
          <a:xfrm>
            <a:off x="998578" y="1033102"/>
            <a:ext cx="540029" cy="359618"/>
            <a:chOff x="2833834" y="1747073"/>
            <a:chExt cx="1550283" cy="736974"/>
          </a:xfrm>
        </p:grpSpPr>
        <p:sp>
          <p:nvSpPr>
            <p:cNvPr id="1151" name="矩形 1150">
              <a:extLst>
                <a:ext uri="{FF2B5EF4-FFF2-40B4-BE49-F238E27FC236}">
                  <a16:creationId xmlns:a16="http://schemas.microsoft.com/office/drawing/2014/main" id="{D2C0FC51-ADDE-1AA8-3088-16DC3513F6EA}"/>
                </a:ext>
              </a:extLst>
            </p:cNvPr>
            <p:cNvSpPr/>
            <p:nvPr/>
          </p:nvSpPr>
          <p:spPr>
            <a:xfrm>
              <a:off x="2835698" y="1747073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2" name="矩形 1151">
              <a:extLst>
                <a:ext uri="{FF2B5EF4-FFF2-40B4-BE49-F238E27FC236}">
                  <a16:creationId xmlns:a16="http://schemas.microsoft.com/office/drawing/2014/main" id="{12076976-3586-61AB-E834-E1BB8603C5F0}"/>
                </a:ext>
              </a:extLst>
            </p:cNvPr>
            <p:cNvSpPr/>
            <p:nvPr/>
          </p:nvSpPr>
          <p:spPr>
            <a:xfrm>
              <a:off x="2834831" y="1782431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53" name="矩形 1152">
              <a:extLst>
                <a:ext uri="{FF2B5EF4-FFF2-40B4-BE49-F238E27FC236}">
                  <a16:creationId xmlns:a16="http://schemas.microsoft.com/office/drawing/2014/main" id="{7C4679FD-8327-2715-0B6E-A9B6F326958A}"/>
                </a:ext>
              </a:extLst>
            </p:cNvPr>
            <p:cNvSpPr/>
            <p:nvPr/>
          </p:nvSpPr>
          <p:spPr>
            <a:xfrm>
              <a:off x="2834831" y="1818031"/>
              <a:ext cx="438786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4" name="矩形 1153">
              <a:extLst>
                <a:ext uri="{FF2B5EF4-FFF2-40B4-BE49-F238E27FC236}">
                  <a16:creationId xmlns:a16="http://schemas.microsoft.com/office/drawing/2014/main" id="{A3276D9E-DB1E-E7A8-7215-8196C7D3F92E}"/>
                </a:ext>
              </a:extLst>
            </p:cNvPr>
            <p:cNvSpPr/>
            <p:nvPr/>
          </p:nvSpPr>
          <p:spPr>
            <a:xfrm>
              <a:off x="3282152" y="1817370"/>
              <a:ext cx="1094772" cy="24766"/>
            </a:xfrm>
            <a:prstGeom prst="rect">
              <a:avLst/>
            </a:prstGeom>
            <a:solidFill>
              <a:srgbClr val="EDF4E5"/>
            </a:solidFill>
            <a:ln>
              <a:solidFill>
                <a:srgbClr val="CDE2BC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5" name="矩形 1154">
              <a:extLst>
                <a:ext uri="{FF2B5EF4-FFF2-40B4-BE49-F238E27FC236}">
                  <a16:creationId xmlns:a16="http://schemas.microsoft.com/office/drawing/2014/main" id="{05241DD6-F541-F5F4-C9CB-69A5A24DE261}"/>
                </a:ext>
              </a:extLst>
            </p:cNvPr>
            <p:cNvSpPr/>
            <p:nvPr/>
          </p:nvSpPr>
          <p:spPr>
            <a:xfrm>
              <a:off x="2834830" y="1848931"/>
              <a:ext cx="1549286" cy="27439"/>
            </a:xfrm>
            <a:prstGeom prst="rect">
              <a:avLst/>
            </a:prstGeom>
            <a:solidFill>
              <a:srgbClr val="EDF4E5"/>
            </a:solidFill>
            <a:ln>
              <a:solidFill>
                <a:srgbClr val="CDE2BC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6" name="矩形 1155">
              <a:extLst>
                <a:ext uri="{FF2B5EF4-FFF2-40B4-BE49-F238E27FC236}">
                  <a16:creationId xmlns:a16="http://schemas.microsoft.com/office/drawing/2014/main" id="{507A366A-61BD-B3B2-C035-97C30A8E69CB}"/>
                </a:ext>
              </a:extLst>
            </p:cNvPr>
            <p:cNvSpPr/>
            <p:nvPr/>
          </p:nvSpPr>
          <p:spPr>
            <a:xfrm>
              <a:off x="2834830" y="1884770"/>
              <a:ext cx="171740" cy="24766"/>
            </a:xfrm>
            <a:prstGeom prst="rect">
              <a:avLst/>
            </a:prstGeom>
            <a:solidFill>
              <a:srgbClr val="EDF4E5"/>
            </a:solidFill>
            <a:ln>
              <a:solidFill>
                <a:srgbClr val="CDE2BC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7" name="矩形 1156">
              <a:extLst>
                <a:ext uri="{FF2B5EF4-FFF2-40B4-BE49-F238E27FC236}">
                  <a16:creationId xmlns:a16="http://schemas.microsoft.com/office/drawing/2014/main" id="{D59E6BB4-04D3-FF16-732E-64D3F02F9C68}"/>
                </a:ext>
              </a:extLst>
            </p:cNvPr>
            <p:cNvSpPr/>
            <p:nvPr/>
          </p:nvSpPr>
          <p:spPr>
            <a:xfrm>
              <a:off x="3015264" y="1882298"/>
              <a:ext cx="1368853" cy="3125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8" name="矩形 1157">
              <a:extLst>
                <a:ext uri="{FF2B5EF4-FFF2-40B4-BE49-F238E27FC236}">
                  <a16:creationId xmlns:a16="http://schemas.microsoft.com/office/drawing/2014/main" id="{6865F295-D5C0-8038-D825-AE78C45591E4}"/>
                </a:ext>
              </a:extLst>
            </p:cNvPr>
            <p:cNvSpPr/>
            <p:nvPr/>
          </p:nvSpPr>
          <p:spPr>
            <a:xfrm>
              <a:off x="2834830" y="1918824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9" name="矩形 1158">
              <a:extLst>
                <a:ext uri="{FF2B5EF4-FFF2-40B4-BE49-F238E27FC236}">
                  <a16:creationId xmlns:a16="http://schemas.microsoft.com/office/drawing/2014/main" id="{21120530-B93C-4C31-5D3E-2E022A54A0A0}"/>
                </a:ext>
              </a:extLst>
            </p:cNvPr>
            <p:cNvSpPr/>
            <p:nvPr/>
          </p:nvSpPr>
          <p:spPr>
            <a:xfrm>
              <a:off x="2834829" y="1953346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0" name="矩形 1159">
              <a:extLst>
                <a:ext uri="{FF2B5EF4-FFF2-40B4-BE49-F238E27FC236}">
                  <a16:creationId xmlns:a16="http://schemas.microsoft.com/office/drawing/2014/main" id="{4209D5F2-D962-1A22-977B-E758B4820F73}"/>
                </a:ext>
              </a:extLst>
            </p:cNvPr>
            <p:cNvSpPr/>
            <p:nvPr/>
          </p:nvSpPr>
          <p:spPr>
            <a:xfrm>
              <a:off x="2834913" y="1985161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61" name="矩形 1160">
              <a:extLst>
                <a:ext uri="{FF2B5EF4-FFF2-40B4-BE49-F238E27FC236}">
                  <a16:creationId xmlns:a16="http://schemas.microsoft.com/office/drawing/2014/main" id="{E61B5F14-22CD-9264-EECA-2DFB53C39F7A}"/>
                </a:ext>
              </a:extLst>
            </p:cNvPr>
            <p:cNvSpPr/>
            <p:nvPr/>
          </p:nvSpPr>
          <p:spPr>
            <a:xfrm>
              <a:off x="2836800" y="2018099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2" name="矩形 1161">
              <a:extLst>
                <a:ext uri="{FF2B5EF4-FFF2-40B4-BE49-F238E27FC236}">
                  <a16:creationId xmlns:a16="http://schemas.microsoft.com/office/drawing/2014/main" id="{BD77696E-0EC4-ABBB-E99E-50B9EA0C30EC}"/>
                </a:ext>
              </a:extLst>
            </p:cNvPr>
            <p:cNvSpPr/>
            <p:nvPr/>
          </p:nvSpPr>
          <p:spPr>
            <a:xfrm>
              <a:off x="2834830" y="2052621"/>
              <a:ext cx="666715" cy="2710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3" name="矩形 1162">
              <a:extLst>
                <a:ext uri="{FF2B5EF4-FFF2-40B4-BE49-F238E27FC236}">
                  <a16:creationId xmlns:a16="http://schemas.microsoft.com/office/drawing/2014/main" id="{E33CF636-F03E-31B7-929C-005FF8BD3332}"/>
                </a:ext>
              </a:extLst>
            </p:cNvPr>
            <p:cNvSpPr/>
            <p:nvPr/>
          </p:nvSpPr>
          <p:spPr>
            <a:xfrm>
              <a:off x="2834829" y="2088377"/>
              <a:ext cx="1543090" cy="25920"/>
            </a:xfrm>
            <a:prstGeom prst="rect">
              <a:avLst/>
            </a:prstGeom>
            <a:solidFill>
              <a:srgbClr val="EDF4E5"/>
            </a:solidFill>
            <a:ln>
              <a:solidFill>
                <a:srgbClr val="CDE2BC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4" name="矩形 1163">
              <a:extLst>
                <a:ext uri="{FF2B5EF4-FFF2-40B4-BE49-F238E27FC236}">
                  <a16:creationId xmlns:a16="http://schemas.microsoft.com/office/drawing/2014/main" id="{5DEFEC69-46A8-2FAA-B49C-5DEDCF17F2CA}"/>
                </a:ext>
              </a:extLst>
            </p:cNvPr>
            <p:cNvSpPr/>
            <p:nvPr/>
          </p:nvSpPr>
          <p:spPr>
            <a:xfrm>
              <a:off x="2834990" y="2158665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5" name="矩形 1164">
              <a:extLst>
                <a:ext uri="{FF2B5EF4-FFF2-40B4-BE49-F238E27FC236}">
                  <a16:creationId xmlns:a16="http://schemas.microsoft.com/office/drawing/2014/main" id="{E4BFDE8E-2B62-3011-4668-FA80E142761F}"/>
                </a:ext>
              </a:extLst>
            </p:cNvPr>
            <p:cNvSpPr/>
            <p:nvPr/>
          </p:nvSpPr>
          <p:spPr>
            <a:xfrm>
              <a:off x="2834523" y="2190580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6" name="矩形 1165">
              <a:extLst>
                <a:ext uri="{FF2B5EF4-FFF2-40B4-BE49-F238E27FC236}">
                  <a16:creationId xmlns:a16="http://schemas.microsoft.com/office/drawing/2014/main" id="{58F5D687-908C-FDDD-AC08-1FF57059856C}"/>
                </a:ext>
              </a:extLst>
            </p:cNvPr>
            <p:cNvSpPr/>
            <p:nvPr/>
          </p:nvSpPr>
          <p:spPr>
            <a:xfrm>
              <a:off x="2834523" y="2222634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7" name="矩形 1166">
              <a:extLst>
                <a:ext uri="{FF2B5EF4-FFF2-40B4-BE49-F238E27FC236}">
                  <a16:creationId xmlns:a16="http://schemas.microsoft.com/office/drawing/2014/main" id="{CCEB6999-33DB-BD31-2BFC-573761CDA53A}"/>
                </a:ext>
              </a:extLst>
            </p:cNvPr>
            <p:cNvSpPr/>
            <p:nvPr/>
          </p:nvSpPr>
          <p:spPr>
            <a:xfrm>
              <a:off x="2834523" y="2257190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8" name="矩形 1167">
              <a:extLst>
                <a:ext uri="{FF2B5EF4-FFF2-40B4-BE49-F238E27FC236}">
                  <a16:creationId xmlns:a16="http://schemas.microsoft.com/office/drawing/2014/main" id="{3E7848DD-628C-D516-3881-679C67860507}"/>
                </a:ext>
              </a:extLst>
            </p:cNvPr>
            <p:cNvSpPr/>
            <p:nvPr/>
          </p:nvSpPr>
          <p:spPr>
            <a:xfrm>
              <a:off x="2834226" y="2288430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9" name="矩形 1168">
              <a:extLst>
                <a:ext uri="{FF2B5EF4-FFF2-40B4-BE49-F238E27FC236}">
                  <a16:creationId xmlns:a16="http://schemas.microsoft.com/office/drawing/2014/main" id="{BA24593D-0A96-C95A-6E28-16479E630AA1}"/>
                </a:ext>
              </a:extLst>
            </p:cNvPr>
            <p:cNvSpPr/>
            <p:nvPr/>
          </p:nvSpPr>
          <p:spPr>
            <a:xfrm>
              <a:off x="2834226" y="2322974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3" name="矩形 1172">
              <a:extLst>
                <a:ext uri="{FF2B5EF4-FFF2-40B4-BE49-F238E27FC236}">
                  <a16:creationId xmlns:a16="http://schemas.microsoft.com/office/drawing/2014/main" id="{B8DAA40B-A6AD-2E74-5917-542071A61C60}"/>
                </a:ext>
              </a:extLst>
            </p:cNvPr>
            <p:cNvSpPr/>
            <p:nvPr/>
          </p:nvSpPr>
          <p:spPr>
            <a:xfrm>
              <a:off x="2835382" y="2355678"/>
              <a:ext cx="1543090" cy="25920"/>
            </a:xfrm>
            <a:prstGeom prst="rect">
              <a:avLst/>
            </a:prstGeom>
            <a:solidFill>
              <a:srgbClr val="EDF4E5"/>
            </a:solidFill>
            <a:ln>
              <a:solidFill>
                <a:srgbClr val="CDE2BC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4" name="矩形 1173">
              <a:extLst>
                <a:ext uri="{FF2B5EF4-FFF2-40B4-BE49-F238E27FC236}">
                  <a16:creationId xmlns:a16="http://schemas.microsoft.com/office/drawing/2014/main" id="{A385C0FB-F471-E04D-3DFB-A3904C3B2F10}"/>
                </a:ext>
              </a:extLst>
            </p:cNvPr>
            <p:cNvSpPr/>
            <p:nvPr/>
          </p:nvSpPr>
          <p:spPr>
            <a:xfrm>
              <a:off x="2834226" y="2391945"/>
              <a:ext cx="1543090" cy="25920"/>
            </a:xfrm>
            <a:prstGeom prst="rect">
              <a:avLst/>
            </a:prstGeom>
            <a:solidFill>
              <a:srgbClr val="EDF4E5"/>
            </a:solidFill>
            <a:ln>
              <a:solidFill>
                <a:srgbClr val="CDE2BC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5" name="矩形 1174">
              <a:extLst>
                <a:ext uri="{FF2B5EF4-FFF2-40B4-BE49-F238E27FC236}">
                  <a16:creationId xmlns:a16="http://schemas.microsoft.com/office/drawing/2014/main" id="{1EF33AD3-A5B1-D332-0FCB-8B1573E51E80}"/>
                </a:ext>
              </a:extLst>
            </p:cNvPr>
            <p:cNvSpPr/>
            <p:nvPr/>
          </p:nvSpPr>
          <p:spPr>
            <a:xfrm>
              <a:off x="2833834" y="2426371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6" name="矩形 1175">
              <a:extLst>
                <a:ext uri="{FF2B5EF4-FFF2-40B4-BE49-F238E27FC236}">
                  <a16:creationId xmlns:a16="http://schemas.microsoft.com/office/drawing/2014/main" id="{6003DA55-11F7-E64A-5072-F47C60234C96}"/>
                </a:ext>
              </a:extLst>
            </p:cNvPr>
            <p:cNvSpPr/>
            <p:nvPr/>
          </p:nvSpPr>
          <p:spPr>
            <a:xfrm>
              <a:off x="2835439" y="2459281"/>
              <a:ext cx="1543091" cy="24766"/>
            </a:xfrm>
            <a:prstGeom prst="rect">
              <a:avLst/>
            </a:prstGeom>
            <a:solidFill>
              <a:srgbClr val="FFE2E0"/>
            </a:solidFill>
            <a:ln>
              <a:solidFill>
                <a:srgbClr val="FF979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7" name="矩形 1176">
              <a:extLst>
                <a:ext uri="{FF2B5EF4-FFF2-40B4-BE49-F238E27FC236}">
                  <a16:creationId xmlns:a16="http://schemas.microsoft.com/office/drawing/2014/main" id="{3262C47F-1902-E80D-688D-F6752EA54800}"/>
                </a:ext>
              </a:extLst>
            </p:cNvPr>
            <p:cNvSpPr/>
            <p:nvPr/>
          </p:nvSpPr>
          <p:spPr>
            <a:xfrm>
              <a:off x="2833834" y="2124797"/>
              <a:ext cx="1543090" cy="25920"/>
            </a:xfrm>
            <a:prstGeom prst="rect">
              <a:avLst/>
            </a:prstGeom>
            <a:solidFill>
              <a:srgbClr val="EDF4E5"/>
            </a:solidFill>
            <a:ln>
              <a:solidFill>
                <a:srgbClr val="CDE2BC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8" name="矩形 1177">
              <a:extLst>
                <a:ext uri="{FF2B5EF4-FFF2-40B4-BE49-F238E27FC236}">
                  <a16:creationId xmlns:a16="http://schemas.microsoft.com/office/drawing/2014/main" id="{685EE1B4-1B20-9FBD-F126-25B3ACA9A49C}"/>
                </a:ext>
              </a:extLst>
            </p:cNvPr>
            <p:cNvSpPr/>
            <p:nvPr/>
          </p:nvSpPr>
          <p:spPr>
            <a:xfrm>
              <a:off x="3510116" y="2050402"/>
              <a:ext cx="866808" cy="29883"/>
            </a:xfrm>
            <a:prstGeom prst="rect">
              <a:avLst/>
            </a:prstGeom>
            <a:solidFill>
              <a:srgbClr val="EDF4E5"/>
            </a:solidFill>
            <a:ln>
              <a:solidFill>
                <a:srgbClr val="CDE2BC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86" name="矩形 1185">
            <a:extLst>
              <a:ext uri="{FF2B5EF4-FFF2-40B4-BE49-F238E27FC236}">
                <a16:creationId xmlns:a16="http://schemas.microsoft.com/office/drawing/2014/main" id="{5E0927BB-8C5F-7868-719E-81F956C24A9F}"/>
              </a:ext>
            </a:extLst>
          </p:cNvPr>
          <p:cNvSpPr/>
          <p:nvPr/>
        </p:nvSpPr>
        <p:spPr>
          <a:xfrm>
            <a:off x="100246" y="1125310"/>
            <a:ext cx="717162" cy="195238"/>
          </a:xfrm>
          <a:prstGeom prst="rect">
            <a:avLst/>
          </a:prstGeom>
          <a:solidFill>
            <a:srgbClr val="BFC7D7"/>
          </a:solidFill>
          <a:ln w="15875">
            <a:solidFill>
              <a:srgbClr val="798AAB">
                <a:alpha val="74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8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188" name="文本框 1187">
            <a:extLst>
              <a:ext uri="{FF2B5EF4-FFF2-40B4-BE49-F238E27FC236}">
                <a16:creationId xmlns:a16="http://schemas.microsoft.com/office/drawing/2014/main" id="{A8A92DCF-702B-BA0F-9A7C-C411D01776E8}"/>
              </a:ext>
            </a:extLst>
          </p:cNvPr>
          <p:cNvSpPr txBox="1"/>
          <p:nvPr/>
        </p:nvSpPr>
        <p:spPr>
          <a:xfrm>
            <a:off x="28561" y="1094717"/>
            <a:ext cx="8747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50" dirty="0">
                <a:cs typeface="Arial" panose="020B0604020202020204" pitchFamily="34" charset="0"/>
              </a:rPr>
              <a:t>Passage Relevance Estimator</a:t>
            </a:r>
            <a:endParaRPr lang="zh-CN" altLang="en-US" sz="550" dirty="0">
              <a:cs typeface="Arial" panose="020B0604020202020204" pitchFamily="34" charset="0"/>
            </a:endParaRPr>
          </a:p>
        </p:txBody>
      </p:sp>
      <p:cxnSp>
        <p:nvCxnSpPr>
          <p:cNvPr id="1190" name="直线箭头连接符 8">
            <a:extLst>
              <a:ext uri="{FF2B5EF4-FFF2-40B4-BE49-F238E27FC236}">
                <a16:creationId xmlns:a16="http://schemas.microsoft.com/office/drawing/2014/main" id="{3B301893-C9BB-1670-D961-AED0976E8C2A}"/>
              </a:ext>
            </a:extLst>
          </p:cNvPr>
          <p:cNvCxnSpPr>
            <a:cxnSpLocks/>
            <a:endCxn id="1186" idx="0"/>
          </p:cNvCxnSpPr>
          <p:nvPr/>
        </p:nvCxnSpPr>
        <p:spPr>
          <a:xfrm>
            <a:off x="458827" y="925496"/>
            <a:ext cx="0" cy="19981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7" name="直线箭头连接符 8">
            <a:extLst>
              <a:ext uri="{FF2B5EF4-FFF2-40B4-BE49-F238E27FC236}">
                <a16:creationId xmlns:a16="http://schemas.microsoft.com/office/drawing/2014/main" id="{028FD77F-42AC-E184-1A70-41AD93E69BFE}"/>
              </a:ext>
            </a:extLst>
          </p:cNvPr>
          <p:cNvCxnSpPr>
            <a:cxnSpLocks/>
            <a:stCxn id="1186" idx="3"/>
            <a:endCxn id="1177" idx="1"/>
          </p:cNvCxnSpPr>
          <p:nvPr/>
        </p:nvCxnSpPr>
        <p:spPr>
          <a:xfrm>
            <a:off x="817409" y="1222930"/>
            <a:ext cx="181169" cy="81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连接符: 肘形 1208">
            <a:extLst>
              <a:ext uri="{FF2B5EF4-FFF2-40B4-BE49-F238E27FC236}">
                <a16:creationId xmlns:a16="http://schemas.microsoft.com/office/drawing/2014/main" id="{B1901687-42E3-D1F8-8C1A-6A5379F7FB6B}"/>
              </a:ext>
            </a:extLst>
          </p:cNvPr>
          <p:cNvCxnSpPr>
            <a:cxnSpLocks/>
            <a:stCxn id="1178" idx="3"/>
          </p:cNvCxnSpPr>
          <p:nvPr/>
        </p:nvCxnSpPr>
        <p:spPr>
          <a:xfrm>
            <a:off x="1536102" y="1188407"/>
            <a:ext cx="101641" cy="297020"/>
          </a:xfrm>
          <a:prstGeom prst="bentConnector2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直线箭头连接符 8">
            <a:extLst>
              <a:ext uri="{FF2B5EF4-FFF2-40B4-BE49-F238E27FC236}">
                <a16:creationId xmlns:a16="http://schemas.microsoft.com/office/drawing/2014/main" id="{1A9EA8B9-C375-AFE4-7002-F021F638086D}"/>
              </a:ext>
            </a:extLst>
          </p:cNvPr>
          <p:cNvCxnSpPr>
            <a:cxnSpLocks/>
            <a:stCxn id="24" idx="1"/>
            <a:endCxn id="37" idx="3"/>
          </p:cNvCxnSpPr>
          <p:nvPr/>
        </p:nvCxnSpPr>
        <p:spPr>
          <a:xfrm flipH="1">
            <a:off x="717653" y="1589853"/>
            <a:ext cx="527445" cy="375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5" name="文本框 1214">
            <a:extLst>
              <a:ext uri="{FF2B5EF4-FFF2-40B4-BE49-F238E27FC236}">
                <a16:creationId xmlns:a16="http://schemas.microsoft.com/office/drawing/2014/main" id="{FE7382A2-5D34-3F23-CC16-E1787120AE6C}"/>
              </a:ext>
            </a:extLst>
          </p:cNvPr>
          <p:cNvSpPr txBox="1"/>
          <p:nvPr/>
        </p:nvSpPr>
        <p:spPr>
          <a:xfrm>
            <a:off x="656785" y="1556257"/>
            <a:ext cx="7178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dirty="0"/>
              <a:t>Pay attention to useful passages</a:t>
            </a:r>
            <a:endParaRPr lang="zh-CN" altLang="en-US" sz="500" dirty="0"/>
          </a:p>
        </p:txBody>
      </p:sp>
      <p:pic>
        <p:nvPicPr>
          <p:cNvPr id="1216" name="Picture 6" descr="Brain, creative, idea, innovation, lamp, light, mind icon - Download on Iconfinder">
            <a:extLst>
              <a:ext uri="{FF2B5EF4-FFF2-40B4-BE49-F238E27FC236}">
                <a16:creationId xmlns:a16="http://schemas.microsoft.com/office/drawing/2014/main" id="{D70EB8CD-E13F-C241-B7FF-EBE18AAB6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96232" y="1393146"/>
            <a:ext cx="181814" cy="18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1BC0B33-9C89-9015-CF46-8EA7383ED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455" y="1430018"/>
            <a:ext cx="170181" cy="17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1090E4-A724-80B5-BB76-8CFB8BEAE4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292" y="1382789"/>
            <a:ext cx="263042" cy="26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56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252</TotalTime>
  <Words>93</Words>
  <Application>Microsoft Office PowerPoint</Application>
  <PresentationFormat>自定义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Weijie</dc:creator>
  <cp:lastModifiedBy>伟杰 史</cp:lastModifiedBy>
  <cp:revision>134</cp:revision>
  <dcterms:created xsi:type="dcterms:W3CDTF">2023-10-27T02:56:10Z</dcterms:created>
  <dcterms:modified xsi:type="dcterms:W3CDTF">2024-07-15T06:09:49Z</dcterms:modified>
</cp:coreProperties>
</file>