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6" r:id="rId1"/>
  </p:sldMasterIdLst>
  <p:sldIdLst>
    <p:sldId id="273" r:id="rId2"/>
  </p:sldIdLst>
  <p:sldSz cx="14508163" cy="561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FE0"/>
    <a:srgbClr val="C7D1DF"/>
    <a:srgbClr val="F8ECC3"/>
    <a:srgbClr val="CEE1C6"/>
    <a:srgbClr val="F1E1CA"/>
    <a:srgbClr val="DDEAD6"/>
    <a:srgbClr val="F4E2A7"/>
    <a:srgbClr val="E6E6E6"/>
    <a:srgbClr val="9F9B9B"/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06" autoAdjust="0"/>
    <p:restoredTop sz="95781"/>
  </p:normalViewPr>
  <p:slideViewPr>
    <p:cSldViewPr snapToGrid="0">
      <p:cViewPr varScale="1">
        <p:scale>
          <a:sx n="108" d="100"/>
          <a:sy n="108" d="100"/>
        </p:scale>
        <p:origin x="103" y="1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521" y="918415"/>
            <a:ext cx="10881122" cy="1953742"/>
          </a:xfrm>
        </p:spPr>
        <p:txBody>
          <a:bodyPr anchor="b"/>
          <a:lstStyle>
            <a:lvl1pPr algn="ctr">
              <a:defRPr sz="49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521" y="2947501"/>
            <a:ext cx="10881122" cy="1354889"/>
          </a:xfrm>
        </p:spPr>
        <p:txBody>
          <a:bodyPr/>
          <a:lstStyle>
            <a:lvl1pPr marL="0" indent="0" algn="ctr">
              <a:buNone/>
              <a:defRPr sz="1964"/>
            </a:lvl1pPr>
            <a:lvl2pPr marL="374127" indent="0" algn="ctr">
              <a:buNone/>
              <a:defRPr sz="1637"/>
            </a:lvl2pPr>
            <a:lvl3pPr marL="748254" indent="0" algn="ctr">
              <a:buNone/>
              <a:defRPr sz="1473"/>
            </a:lvl3pPr>
            <a:lvl4pPr marL="1122380" indent="0" algn="ctr">
              <a:buNone/>
              <a:defRPr sz="1309"/>
            </a:lvl4pPr>
            <a:lvl5pPr marL="1496507" indent="0" algn="ctr">
              <a:buNone/>
              <a:defRPr sz="1309"/>
            </a:lvl5pPr>
            <a:lvl6pPr marL="1870634" indent="0" algn="ctr">
              <a:buNone/>
              <a:defRPr sz="1309"/>
            </a:lvl6pPr>
            <a:lvl7pPr marL="2244761" indent="0" algn="ctr">
              <a:buNone/>
              <a:defRPr sz="1309"/>
            </a:lvl7pPr>
            <a:lvl8pPr marL="2618887" indent="0" algn="ctr">
              <a:buNone/>
              <a:defRPr sz="1309"/>
            </a:lvl8pPr>
            <a:lvl9pPr marL="2993014" indent="0" algn="ctr">
              <a:buNone/>
              <a:defRPr sz="130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84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445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880" y="1399057"/>
            <a:ext cx="12513291" cy="2334358"/>
          </a:xfrm>
        </p:spPr>
        <p:txBody>
          <a:bodyPr anchor="b"/>
          <a:lstStyle>
            <a:lvl1pPr>
              <a:defRPr sz="49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880" y="3755499"/>
            <a:ext cx="12513291" cy="1227584"/>
          </a:xfrm>
        </p:spPr>
        <p:txBody>
          <a:bodyPr/>
          <a:lstStyle>
            <a:lvl1pPr marL="0" indent="0">
              <a:buNone/>
              <a:defRPr sz="1964">
                <a:solidFill>
                  <a:schemeClr val="tx1">
                    <a:tint val="75000"/>
                  </a:schemeClr>
                </a:solidFill>
              </a:defRPr>
            </a:lvl1pPr>
            <a:lvl2pPr marL="374127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2pPr>
            <a:lvl3pPr marL="748254" indent="0">
              <a:buNone/>
              <a:defRPr sz="1473">
                <a:solidFill>
                  <a:schemeClr val="tx1">
                    <a:tint val="75000"/>
                  </a:schemeClr>
                </a:solidFill>
              </a:defRPr>
            </a:lvl3pPr>
            <a:lvl4pPr marL="1122380" indent="0">
              <a:buNone/>
              <a:defRPr sz="1309">
                <a:solidFill>
                  <a:schemeClr val="tx1">
                    <a:tint val="75000"/>
                  </a:schemeClr>
                </a:solidFill>
              </a:defRPr>
            </a:lvl4pPr>
            <a:lvl5pPr marL="1496507" indent="0">
              <a:buNone/>
              <a:defRPr sz="1309">
                <a:solidFill>
                  <a:schemeClr val="tx1">
                    <a:tint val="75000"/>
                  </a:schemeClr>
                </a:solidFill>
              </a:defRPr>
            </a:lvl5pPr>
            <a:lvl6pPr marL="1870634" indent="0">
              <a:buNone/>
              <a:defRPr sz="1309">
                <a:solidFill>
                  <a:schemeClr val="tx1">
                    <a:tint val="75000"/>
                  </a:schemeClr>
                </a:solidFill>
              </a:defRPr>
            </a:lvl6pPr>
            <a:lvl7pPr marL="2244761" indent="0">
              <a:buNone/>
              <a:defRPr sz="1309">
                <a:solidFill>
                  <a:schemeClr val="tx1">
                    <a:tint val="75000"/>
                  </a:schemeClr>
                </a:solidFill>
              </a:defRPr>
            </a:lvl7pPr>
            <a:lvl8pPr marL="2618887" indent="0">
              <a:buNone/>
              <a:defRPr sz="1309">
                <a:solidFill>
                  <a:schemeClr val="tx1">
                    <a:tint val="75000"/>
                  </a:schemeClr>
                </a:solidFill>
              </a:defRPr>
            </a:lvl8pPr>
            <a:lvl9pPr marL="2993014" indent="0">
              <a:buNone/>
              <a:defRPr sz="1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5394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7436" y="1493885"/>
            <a:ext cx="6165969" cy="35606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44758" y="1493885"/>
            <a:ext cx="6165969" cy="35606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052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298778"/>
            <a:ext cx="12513291" cy="108469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9327" y="1375674"/>
            <a:ext cx="6137632" cy="674197"/>
          </a:xfrm>
        </p:spPr>
        <p:txBody>
          <a:bodyPr anchor="b"/>
          <a:lstStyle>
            <a:lvl1pPr marL="0" indent="0">
              <a:buNone/>
              <a:defRPr sz="1964" b="1"/>
            </a:lvl1pPr>
            <a:lvl2pPr marL="374127" indent="0">
              <a:buNone/>
              <a:defRPr sz="1637" b="1"/>
            </a:lvl2pPr>
            <a:lvl3pPr marL="748254" indent="0">
              <a:buNone/>
              <a:defRPr sz="1473" b="1"/>
            </a:lvl3pPr>
            <a:lvl4pPr marL="1122380" indent="0">
              <a:buNone/>
              <a:defRPr sz="1309" b="1"/>
            </a:lvl4pPr>
            <a:lvl5pPr marL="1496507" indent="0">
              <a:buNone/>
              <a:defRPr sz="1309" b="1"/>
            </a:lvl5pPr>
            <a:lvl6pPr marL="1870634" indent="0">
              <a:buNone/>
              <a:defRPr sz="1309" b="1"/>
            </a:lvl6pPr>
            <a:lvl7pPr marL="2244761" indent="0">
              <a:buNone/>
              <a:defRPr sz="1309" b="1"/>
            </a:lvl7pPr>
            <a:lvl8pPr marL="2618887" indent="0">
              <a:buNone/>
              <a:defRPr sz="1309" b="1"/>
            </a:lvl8pPr>
            <a:lvl9pPr marL="2993014" indent="0">
              <a:buNone/>
              <a:defRPr sz="13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9327" y="2049871"/>
            <a:ext cx="6137632" cy="3015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44757" y="1375674"/>
            <a:ext cx="6167859" cy="674197"/>
          </a:xfrm>
        </p:spPr>
        <p:txBody>
          <a:bodyPr anchor="b"/>
          <a:lstStyle>
            <a:lvl1pPr marL="0" indent="0">
              <a:buNone/>
              <a:defRPr sz="1964" b="1"/>
            </a:lvl1pPr>
            <a:lvl2pPr marL="374127" indent="0">
              <a:buNone/>
              <a:defRPr sz="1637" b="1"/>
            </a:lvl2pPr>
            <a:lvl3pPr marL="748254" indent="0">
              <a:buNone/>
              <a:defRPr sz="1473" b="1"/>
            </a:lvl3pPr>
            <a:lvl4pPr marL="1122380" indent="0">
              <a:buNone/>
              <a:defRPr sz="1309" b="1"/>
            </a:lvl4pPr>
            <a:lvl5pPr marL="1496507" indent="0">
              <a:buNone/>
              <a:defRPr sz="1309" b="1"/>
            </a:lvl5pPr>
            <a:lvl6pPr marL="1870634" indent="0">
              <a:buNone/>
              <a:defRPr sz="1309" b="1"/>
            </a:lvl6pPr>
            <a:lvl7pPr marL="2244761" indent="0">
              <a:buNone/>
              <a:defRPr sz="1309" b="1"/>
            </a:lvl7pPr>
            <a:lvl8pPr marL="2618887" indent="0">
              <a:buNone/>
              <a:defRPr sz="1309" b="1"/>
            </a:lvl8pPr>
            <a:lvl9pPr marL="2993014" indent="0">
              <a:buNone/>
              <a:defRPr sz="13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44757" y="2049871"/>
            <a:ext cx="6167859" cy="3015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1012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655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44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374121"/>
            <a:ext cx="4679260" cy="1309423"/>
          </a:xfrm>
        </p:spPr>
        <p:txBody>
          <a:bodyPr anchor="b"/>
          <a:lstStyle>
            <a:lvl1pPr>
              <a:defRPr sz="26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7859" y="807997"/>
            <a:ext cx="7344758" cy="3988025"/>
          </a:xfrm>
        </p:spPr>
        <p:txBody>
          <a:bodyPr/>
          <a:lstStyle>
            <a:lvl1pPr>
              <a:defRPr sz="2619"/>
            </a:lvl1pPr>
            <a:lvl2pPr>
              <a:defRPr sz="2291"/>
            </a:lvl2pPr>
            <a:lvl3pPr>
              <a:defRPr sz="1964"/>
            </a:lvl3pPr>
            <a:lvl4pPr>
              <a:defRPr sz="1637"/>
            </a:lvl4pPr>
            <a:lvl5pPr>
              <a:defRPr sz="1637"/>
            </a:lvl5pPr>
            <a:lvl6pPr>
              <a:defRPr sz="1637"/>
            </a:lvl6pPr>
            <a:lvl7pPr>
              <a:defRPr sz="1637"/>
            </a:lvl7pPr>
            <a:lvl8pPr>
              <a:defRPr sz="1637"/>
            </a:lvl8pPr>
            <a:lvl9pPr>
              <a:defRPr sz="16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683544"/>
            <a:ext cx="4679260" cy="3118973"/>
          </a:xfrm>
        </p:spPr>
        <p:txBody>
          <a:bodyPr/>
          <a:lstStyle>
            <a:lvl1pPr marL="0" indent="0">
              <a:buNone/>
              <a:defRPr sz="1309"/>
            </a:lvl1pPr>
            <a:lvl2pPr marL="374127" indent="0">
              <a:buNone/>
              <a:defRPr sz="1146"/>
            </a:lvl2pPr>
            <a:lvl3pPr marL="748254" indent="0">
              <a:buNone/>
              <a:defRPr sz="982"/>
            </a:lvl3pPr>
            <a:lvl4pPr marL="1122380" indent="0">
              <a:buNone/>
              <a:defRPr sz="818"/>
            </a:lvl4pPr>
            <a:lvl5pPr marL="1496507" indent="0">
              <a:buNone/>
              <a:defRPr sz="818"/>
            </a:lvl5pPr>
            <a:lvl6pPr marL="1870634" indent="0">
              <a:buNone/>
              <a:defRPr sz="818"/>
            </a:lvl6pPr>
            <a:lvl7pPr marL="2244761" indent="0">
              <a:buNone/>
              <a:defRPr sz="818"/>
            </a:lvl7pPr>
            <a:lvl8pPr marL="2618887" indent="0">
              <a:buNone/>
              <a:defRPr sz="818"/>
            </a:lvl8pPr>
            <a:lvl9pPr marL="2993014" indent="0">
              <a:buNone/>
              <a:defRPr sz="81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378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374121"/>
            <a:ext cx="4679260" cy="1309423"/>
          </a:xfrm>
        </p:spPr>
        <p:txBody>
          <a:bodyPr anchor="b"/>
          <a:lstStyle>
            <a:lvl1pPr>
              <a:defRPr sz="26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67859" y="807997"/>
            <a:ext cx="7344758" cy="3988025"/>
          </a:xfrm>
        </p:spPr>
        <p:txBody>
          <a:bodyPr anchor="t"/>
          <a:lstStyle>
            <a:lvl1pPr marL="0" indent="0">
              <a:buNone/>
              <a:defRPr sz="2619"/>
            </a:lvl1pPr>
            <a:lvl2pPr marL="374127" indent="0">
              <a:buNone/>
              <a:defRPr sz="2291"/>
            </a:lvl2pPr>
            <a:lvl3pPr marL="748254" indent="0">
              <a:buNone/>
              <a:defRPr sz="1964"/>
            </a:lvl3pPr>
            <a:lvl4pPr marL="1122380" indent="0">
              <a:buNone/>
              <a:defRPr sz="1637"/>
            </a:lvl4pPr>
            <a:lvl5pPr marL="1496507" indent="0">
              <a:buNone/>
              <a:defRPr sz="1637"/>
            </a:lvl5pPr>
            <a:lvl6pPr marL="1870634" indent="0">
              <a:buNone/>
              <a:defRPr sz="1637"/>
            </a:lvl6pPr>
            <a:lvl7pPr marL="2244761" indent="0">
              <a:buNone/>
              <a:defRPr sz="1637"/>
            </a:lvl7pPr>
            <a:lvl8pPr marL="2618887" indent="0">
              <a:buNone/>
              <a:defRPr sz="1637"/>
            </a:lvl8pPr>
            <a:lvl9pPr marL="2993014" indent="0">
              <a:buNone/>
              <a:defRPr sz="163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683544"/>
            <a:ext cx="4679260" cy="3118973"/>
          </a:xfrm>
        </p:spPr>
        <p:txBody>
          <a:bodyPr/>
          <a:lstStyle>
            <a:lvl1pPr marL="0" indent="0">
              <a:buNone/>
              <a:defRPr sz="1309"/>
            </a:lvl1pPr>
            <a:lvl2pPr marL="374127" indent="0">
              <a:buNone/>
              <a:defRPr sz="1146"/>
            </a:lvl2pPr>
            <a:lvl3pPr marL="748254" indent="0">
              <a:buNone/>
              <a:defRPr sz="982"/>
            </a:lvl3pPr>
            <a:lvl4pPr marL="1122380" indent="0">
              <a:buNone/>
              <a:defRPr sz="818"/>
            </a:lvl4pPr>
            <a:lvl5pPr marL="1496507" indent="0">
              <a:buNone/>
              <a:defRPr sz="818"/>
            </a:lvl5pPr>
            <a:lvl6pPr marL="1870634" indent="0">
              <a:buNone/>
              <a:defRPr sz="818"/>
            </a:lvl6pPr>
            <a:lvl7pPr marL="2244761" indent="0">
              <a:buNone/>
              <a:defRPr sz="818"/>
            </a:lvl7pPr>
            <a:lvl8pPr marL="2618887" indent="0">
              <a:buNone/>
              <a:defRPr sz="818"/>
            </a:lvl8pPr>
            <a:lvl9pPr marL="2993014" indent="0">
              <a:buNone/>
              <a:defRPr sz="81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394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411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82404" y="298777"/>
            <a:ext cx="3128323" cy="4755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7436" y="298777"/>
            <a:ext cx="9203616" cy="475575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636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7436" y="298778"/>
            <a:ext cx="12513291" cy="1084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7436" y="1493885"/>
            <a:ext cx="12513291" cy="3560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7436" y="5201320"/>
            <a:ext cx="3264337" cy="29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05829" y="5201320"/>
            <a:ext cx="4896505" cy="29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6390" y="5201320"/>
            <a:ext cx="3264337" cy="29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390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defTabSz="748254" rtl="0" eaLnBrk="1" latinLnBrk="0" hangingPunct="1">
        <a:lnSpc>
          <a:spcPct val="90000"/>
        </a:lnSpc>
        <a:spcBef>
          <a:spcPct val="0"/>
        </a:spcBef>
        <a:buNone/>
        <a:defRPr sz="36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7063" indent="-187063" algn="l" defTabSz="748254" rtl="0" eaLnBrk="1" latinLnBrk="0" hangingPunct="1">
        <a:lnSpc>
          <a:spcPct val="90000"/>
        </a:lnSpc>
        <a:spcBef>
          <a:spcPts val="818"/>
        </a:spcBef>
        <a:buFont typeface="Arial" panose="020B0604020202020204" pitchFamily="34" charset="0"/>
        <a:buChar char="•"/>
        <a:defRPr sz="2291" kern="1200">
          <a:solidFill>
            <a:schemeClr val="tx1"/>
          </a:solidFill>
          <a:latin typeface="+mn-lt"/>
          <a:ea typeface="+mn-ea"/>
          <a:cs typeface="+mn-cs"/>
        </a:defRPr>
      </a:lvl1pPr>
      <a:lvl2pPr marL="561190" indent="-187063" algn="l" defTabSz="748254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964" kern="1200">
          <a:solidFill>
            <a:schemeClr val="tx1"/>
          </a:solidFill>
          <a:latin typeface="+mn-lt"/>
          <a:ea typeface="+mn-ea"/>
          <a:cs typeface="+mn-cs"/>
        </a:defRPr>
      </a:lvl2pPr>
      <a:lvl3pPr marL="935317" indent="-187063" algn="l" defTabSz="748254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637" kern="1200">
          <a:solidFill>
            <a:schemeClr val="tx1"/>
          </a:solidFill>
          <a:latin typeface="+mn-lt"/>
          <a:ea typeface="+mn-ea"/>
          <a:cs typeface="+mn-cs"/>
        </a:defRPr>
      </a:lvl3pPr>
      <a:lvl4pPr marL="1309444" indent="-187063" algn="l" defTabSz="748254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4pPr>
      <a:lvl5pPr marL="1683570" indent="-187063" algn="l" defTabSz="748254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5pPr>
      <a:lvl6pPr marL="2057697" indent="-187063" algn="l" defTabSz="748254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6pPr>
      <a:lvl7pPr marL="2431824" indent="-187063" algn="l" defTabSz="748254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7pPr>
      <a:lvl8pPr marL="2805951" indent="-187063" algn="l" defTabSz="748254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8pPr>
      <a:lvl9pPr marL="3180077" indent="-187063" algn="l" defTabSz="748254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8254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1pPr>
      <a:lvl2pPr marL="374127" algn="l" defTabSz="748254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2pPr>
      <a:lvl3pPr marL="748254" algn="l" defTabSz="748254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3pPr>
      <a:lvl4pPr marL="1122380" algn="l" defTabSz="748254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4pPr>
      <a:lvl5pPr marL="1496507" algn="l" defTabSz="748254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5pPr>
      <a:lvl6pPr marL="1870634" algn="l" defTabSz="748254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6pPr>
      <a:lvl7pPr marL="2244761" algn="l" defTabSz="748254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7pPr>
      <a:lvl8pPr marL="2618887" algn="l" defTabSz="748254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8pPr>
      <a:lvl9pPr marL="2993014" algn="l" defTabSz="748254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10.png"/><Relationship Id="rId47" Type="http://schemas.openxmlformats.org/officeDocument/2006/relationships/image" Target="../media/image10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63" Type="http://schemas.openxmlformats.org/officeDocument/2006/relationships/image" Target="../media/image4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3" Type="http://schemas.openxmlformats.org/officeDocument/2006/relationships/image" Target="../media/image52.png"/><Relationship Id="rId58" Type="http://schemas.openxmlformats.org/officeDocument/2006/relationships/image" Target="../media/image35.png"/><Relationship Id="rId5" Type="http://schemas.openxmlformats.org/officeDocument/2006/relationships/image" Target="../media/image4.svg"/><Relationship Id="rId61" Type="http://schemas.openxmlformats.org/officeDocument/2006/relationships/image" Target="../media/image38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52" Type="http://schemas.openxmlformats.org/officeDocument/2006/relationships/image" Target="../media/image51.png"/><Relationship Id="rId60" Type="http://schemas.openxmlformats.org/officeDocument/2006/relationships/image" Target="../media/image37.png"/><Relationship Id="rId65" Type="http://schemas.openxmlformats.org/officeDocument/2006/relationships/image" Target="../media/image4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2.png"/><Relationship Id="rId48" Type="http://schemas.openxmlformats.org/officeDocument/2006/relationships/image" Target="../media/image31.png"/><Relationship Id="rId56" Type="http://schemas.openxmlformats.org/officeDocument/2006/relationships/image" Target="../media/image33.png"/><Relationship Id="rId64" Type="http://schemas.openxmlformats.org/officeDocument/2006/relationships/image" Target="../media/image41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46" Type="http://schemas.openxmlformats.org/officeDocument/2006/relationships/image" Target="../media/image45.png"/><Relationship Id="rId59" Type="http://schemas.openxmlformats.org/officeDocument/2006/relationships/image" Target="../media/image36.png"/><Relationship Id="rId20" Type="http://schemas.openxmlformats.org/officeDocument/2006/relationships/image" Target="../media/image19.png"/><Relationship Id="rId54" Type="http://schemas.openxmlformats.org/officeDocument/2006/relationships/image" Target="../media/image53.png"/><Relationship Id="rId6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49" Type="http://schemas.openxmlformats.org/officeDocument/2006/relationships/image" Target="../media/image48.png"/><Relationship Id="rId5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圆角矩形 3">
            <a:extLst>
              <a:ext uri="{FF2B5EF4-FFF2-40B4-BE49-F238E27FC236}">
                <a16:creationId xmlns:a16="http://schemas.microsoft.com/office/drawing/2014/main" id="{DE6515B5-6CFB-10A0-12B0-6CAD95CB3EA8}"/>
              </a:ext>
            </a:extLst>
          </p:cNvPr>
          <p:cNvSpPr/>
          <p:nvPr/>
        </p:nvSpPr>
        <p:spPr>
          <a:xfrm>
            <a:off x="9880267" y="2679510"/>
            <a:ext cx="2129898" cy="2867067"/>
          </a:xfrm>
          <a:prstGeom prst="roundRect">
            <a:avLst>
              <a:gd name="adj" fmla="val 4665"/>
            </a:avLst>
          </a:prstGeom>
          <a:solidFill>
            <a:schemeClr val="accent4">
              <a:alpha val="2000"/>
            </a:schemeClr>
          </a:solidFill>
          <a:ln w="158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 dirty="0">
              <a:cs typeface="Arial" panose="020B0604020202020204" pitchFamily="34" charset="0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BAAC6D1F-CE31-B470-020B-4C376DF38C0C}"/>
              </a:ext>
            </a:extLst>
          </p:cNvPr>
          <p:cNvSpPr>
            <a:spLocks/>
          </p:cNvSpPr>
          <p:nvPr/>
        </p:nvSpPr>
        <p:spPr>
          <a:xfrm>
            <a:off x="325056" y="448241"/>
            <a:ext cx="9204691" cy="3348842"/>
          </a:xfrm>
          <a:custGeom>
            <a:avLst/>
            <a:gdLst>
              <a:gd name="connsiteX0" fmla="*/ 0 w 9441239"/>
              <a:gd name="connsiteY0" fmla="*/ 0 h 3348842"/>
              <a:gd name="connsiteX1" fmla="*/ 4576338 w 9441239"/>
              <a:gd name="connsiteY1" fmla="*/ 0 h 3348842"/>
              <a:gd name="connsiteX2" fmla="*/ 4576338 w 9441239"/>
              <a:gd name="connsiteY2" fmla="*/ 1075478 h 3348842"/>
              <a:gd name="connsiteX3" fmla="*/ 9441239 w 9441239"/>
              <a:gd name="connsiteY3" fmla="*/ 1075478 h 3348842"/>
              <a:gd name="connsiteX4" fmla="*/ 9441239 w 9441239"/>
              <a:gd name="connsiteY4" fmla="*/ 3348842 h 3348842"/>
              <a:gd name="connsiteX5" fmla="*/ 0 w 9441239"/>
              <a:gd name="connsiteY5" fmla="*/ 3348842 h 334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41239" h="3348842">
                <a:moveTo>
                  <a:pt x="0" y="0"/>
                </a:moveTo>
                <a:lnTo>
                  <a:pt x="4576338" y="0"/>
                </a:lnTo>
                <a:lnTo>
                  <a:pt x="4576338" y="1075478"/>
                </a:lnTo>
                <a:lnTo>
                  <a:pt x="9441239" y="1075478"/>
                </a:lnTo>
                <a:lnTo>
                  <a:pt x="9441239" y="3348842"/>
                </a:lnTo>
                <a:lnTo>
                  <a:pt x="0" y="3348842"/>
                </a:lnTo>
                <a:close/>
              </a:path>
            </a:pathLst>
          </a:custGeom>
          <a:solidFill>
            <a:schemeClr val="accent6">
              <a:lumMod val="75000"/>
              <a:alpha val="10000"/>
            </a:schemeClr>
          </a:solidFill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1"/>
          </a:p>
        </p:txBody>
      </p:sp>
      <p:sp>
        <p:nvSpPr>
          <p:cNvPr id="111" name="圆角矩形 74">
            <a:extLst>
              <a:ext uri="{FF2B5EF4-FFF2-40B4-BE49-F238E27FC236}">
                <a16:creationId xmlns:a16="http://schemas.microsoft.com/office/drawing/2014/main" id="{9A23A355-BDB0-0912-2062-2F751174F407}"/>
              </a:ext>
            </a:extLst>
          </p:cNvPr>
          <p:cNvSpPr/>
          <p:nvPr/>
        </p:nvSpPr>
        <p:spPr>
          <a:xfrm>
            <a:off x="468333" y="507328"/>
            <a:ext cx="3908740" cy="3195809"/>
          </a:xfrm>
          <a:prstGeom prst="roundRect">
            <a:avLst>
              <a:gd name="adj" fmla="val 2789"/>
            </a:avLst>
          </a:prstGeom>
          <a:solidFill>
            <a:srgbClr val="F7F6E3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6E5E50CE-F80A-D5BD-A1C1-5FCBD29C713A}"/>
              </a:ext>
            </a:extLst>
          </p:cNvPr>
          <p:cNvSpPr/>
          <p:nvPr/>
        </p:nvSpPr>
        <p:spPr>
          <a:xfrm>
            <a:off x="4505303" y="1602187"/>
            <a:ext cx="4816144" cy="2095498"/>
          </a:xfrm>
          <a:prstGeom prst="roundRect">
            <a:avLst>
              <a:gd name="adj" fmla="val 1044"/>
            </a:avLst>
          </a:prstGeom>
          <a:solidFill>
            <a:srgbClr val="F7F6E3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B7D7E98-1B70-A271-E5FD-97187DC6931E}"/>
              </a:ext>
            </a:extLst>
          </p:cNvPr>
          <p:cNvSpPr/>
          <p:nvPr/>
        </p:nvSpPr>
        <p:spPr>
          <a:xfrm>
            <a:off x="12093706" y="2684832"/>
            <a:ext cx="2042600" cy="2867067"/>
          </a:xfrm>
          <a:prstGeom prst="roundRect">
            <a:avLst>
              <a:gd name="adj" fmla="val 4665"/>
            </a:avLst>
          </a:prstGeom>
          <a:solidFill>
            <a:srgbClr val="FFFEFA"/>
          </a:solidFill>
          <a:ln w="158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 dirty="0"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3C1FBD-F9A1-2A8E-F58A-F99AE32310A8}"/>
              </a:ext>
            </a:extLst>
          </p:cNvPr>
          <p:cNvSpPr txBox="1"/>
          <p:nvPr/>
        </p:nvSpPr>
        <p:spPr>
          <a:xfrm>
            <a:off x="3055724" y="4928478"/>
            <a:ext cx="325730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…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sp>
        <p:nvSpPr>
          <p:cNvPr id="886" name="矩形 885">
            <a:extLst>
              <a:ext uri="{FF2B5EF4-FFF2-40B4-BE49-F238E27FC236}">
                <a16:creationId xmlns:a16="http://schemas.microsoft.com/office/drawing/2014/main" id="{11033EDF-39A1-C8B3-3DCC-F5F218B27223}"/>
              </a:ext>
            </a:extLst>
          </p:cNvPr>
          <p:cNvSpPr/>
          <p:nvPr/>
        </p:nvSpPr>
        <p:spPr>
          <a:xfrm>
            <a:off x="6532112" y="1100163"/>
            <a:ext cx="2913262" cy="334009"/>
          </a:xfrm>
          <a:prstGeom prst="rect">
            <a:avLst/>
          </a:prstGeom>
          <a:solidFill>
            <a:srgbClr val="D9DFE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zh-CN" sz="1601" dirty="0">
                <a:cs typeface="Arial" panose="020B0604020202020204" pitchFamily="34" charset="0"/>
              </a:rPr>
              <a:t>Linear Head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pic>
        <p:nvPicPr>
          <p:cNvPr id="888" name="图形 887" descr="雪花 纯色填充">
            <a:extLst>
              <a:ext uri="{FF2B5EF4-FFF2-40B4-BE49-F238E27FC236}">
                <a16:creationId xmlns:a16="http://schemas.microsoft.com/office/drawing/2014/main" id="{CA27B329-DC43-E414-28BB-8A43E48E3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7426" y="1090365"/>
            <a:ext cx="347280" cy="347280"/>
          </a:xfrm>
          <a:prstGeom prst="rect">
            <a:avLst/>
          </a:prstGeom>
        </p:spPr>
      </p:pic>
      <p:cxnSp>
        <p:nvCxnSpPr>
          <p:cNvPr id="890" name="直线箭头连接符 889">
            <a:extLst>
              <a:ext uri="{FF2B5EF4-FFF2-40B4-BE49-F238E27FC236}">
                <a16:creationId xmlns:a16="http://schemas.microsoft.com/office/drawing/2014/main" id="{48BEC94C-AF31-3E35-34FF-CD3F41A9E295}"/>
              </a:ext>
            </a:extLst>
          </p:cNvPr>
          <p:cNvCxnSpPr>
            <a:cxnSpLocks/>
            <a:endCxn id="902" idx="2"/>
          </p:cNvCxnSpPr>
          <p:nvPr/>
        </p:nvCxnSpPr>
        <p:spPr>
          <a:xfrm flipV="1">
            <a:off x="7077595" y="877859"/>
            <a:ext cx="0" cy="23029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1" name="文本框 900">
            <a:extLst>
              <a:ext uri="{FF2B5EF4-FFF2-40B4-BE49-F238E27FC236}">
                <a16:creationId xmlns:a16="http://schemas.microsoft.com/office/drawing/2014/main" id="{EB600783-0A4F-5E7C-B76A-3059F66A5D46}"/>
              </a:ext>
            </a:extLst>
          </p:cNvPr>
          <p:cNvSpPr txBox="1"/>
          <p:nvPr/>
        </p:nvSpPr>
        <p:spPr>
          <a:xfrm>
            <a:off x="5631340" y="769469"/>
            <a:ext cx="1343188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Answer Token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D2849F7-F3D5-5333-7E6D-8BDF83C3971F}"/>
              </a:ext>
            </a:extLst>
          </p:cNvPr>
          <p:cNvSpPr/>
          <p:nvPr/>
        </p:nvSpPr>
        <p:spPr>
          <a:xfrm>
            <a:off x="6969595" y="661859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913" name="文本框 912">
            <a:extLst>
              <a:ext uri="{FF2B5EF4-FFF2-40B4-BE49-F238E27FC236}">
                <a16:creationId xmlns:a16="http://schemas.microsoft.com/office/drawing/2014/main" id="{C34D142F-16CF-D531-ABD9-14938BB86760}"/>
              </a:ext>
            </a:extLst>
          </p:cNvPr>
          <p:cNvSpPr txBox="1"/>
          <p:nvPr/>
        </p:nvSpPr>
        <p:spPr>
          <a:xfrm>
            <a:off x="7851611" y="769469"/>
            <a:ext cx="933709" cy="28495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601" dirty="0" err="1">
                <a:cs typeface="Arial" panose="020B0604020202020204" pitchFamily="34" charset="0"/>
              </a:rPr>
              <a:t>Concat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cxnSp>
        <p:nvCxnSpPr>
          <p:cNvPr id="981" name="直线箭头连接符 980">
            <a:extLst>
              <a:ext uri="{FF2B5EF4-FFF2-40B4-BE49-F238E27FC236}">
                <a16:creationId xmlns:a16="http://schemas.microsoft.com/office/drawing/2014/main" id="{4E3375BD-DB2C-B87C-E091-EF10EDFDF462}"/>
              </a:ext>
            </a:extLst>
          </p:cNvPr>
          <p:cNvCxnSpPr>
            <a:cxnSpLocks/>
          </p:cNvCxnSpPr>
          <p:nvPr/>
        </p:nvCxnSpPr>
        <p:spPr>
          <a:xfrm flipV="1">
            <a:off x="2107489" y="4814037"/>
            <a:ext cx="1253" cy="14509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肘形连接符 305">
            <a:extLst>
              <a:ext uri="{FF2B5EF4-FFF2-40B4-BE49-F238E27FC236}">
                <a16:creationId xmlns:a16="http://schemas.microsoft.com/office/drawing/2014/main" id="{98E64AC9-66A3-7A93-BDB5-3E63A95C366B}"/>
              </a:ext>
            </a:extLst>
          </p:cNvPr>
          <p:cNvCxnSpPr>
            <a:cxnSpLocks/>
            <a:stCxn id="902" idx="3"/>
            <a:endCxn id="727" idx="3"/>
          </p:cNvCxnSpPr>
          <p:nvPr/>
        </p:nvCxnSpPr>
        <p:spPr>
          <a:xfrm>
            <a:off x="7185600" y="769864"/>
            <a:ext cx="401611" cy="3318049"/>
          </a:xfrm>
          <a:prstGeom prst="bentConnector3">
            <a:avLst>
              <a:gd name="adj1" fmla="val 617708"/>
            </a:avLst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线箭头连接符 418">
            <a:extLst>
              <a:ext uri="{FF2B5EF4-FFF2-40B4-BE49-F238E27FC236}">
                <a16:creationId xmlns:a16="http://schemas.microsoft.com/office/drawing/2014/main" id="{1E7B88B2-2240-2404-D2C5-2AD63D22B151}"/>
              </a:ext>
            </a:extLst>
          </p:cNvPr>
          <p:cNvCxnSpPr>
            <a:cxnSpLocks/>
          </p:cNvCxnSpPr>
          <p:nvPr/>
        </p:nvCxnSpPr>
        <p:spPr>
          <a:xfrm flipV="1">
            <a:off x="6792875" y="4798282"/>
            <a:ext cx="0" cy="1937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2" name="文本框 871">
            <a:extLst>
              <a:ext uri="{FF2B5EF4-FFF2-40B4-BE49-F238E27FC236}">
                <a16:creationId xmlns:a16="http://schemas.microsoft.com/office/drawing/2014/main" id="{18D44A3C-1C7C-7D5D-98CE-A31B0C4E999E}"/>
              </a:ext>
            </a:extLst>
          </p:cNvPr>
          <p:cNvSpPr txBox="1"/>
          <p:nvPr/>
        </p:nvSpPr>
        <p:spPr>
          <a:xfrm>
            <a:off x="12188611" y="4756929"/>
            <a:ext cx="1820651" cy="34065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Passage Relevance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1105" name="文本框 1104">
            <a:extLst>
              <a:ext uri="{FF2B5EF4-FFF2-40B4-BE49-F238E27FC236}">
                <a16:creationId xmlns:a16="http://schemas.microsoft.com/office/drawing/2014/main" id="{F233EAAF-6AA5-0EB7-CF64-AC300FFEF9E1}"/>
              </a:ext>
            </a:extLst>
          </p:cNvPr>
          <p:cNvSpPr txBox="1"/>
          <p:nvPr/>
        </p:nvSpPr>
        <p:spPr>
          <a:xfrm>
            <a:off x="12185168" y="5036451"/>
            <a:ext cx="1836274" cy="477874"/>
          </a:xfrm>
          <a:prstGeom prst="rect">
            <a:avLst/>
          </a:prstGeom>
          <a:solidFill>
            <a:srgbClr val="CEE1C6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cs typeface="Arial" panose="020B0604020202020204" pitchFamily="34" charset="0"/>
              </a:rPr>
              <a:t>Relevance-Guided Attention Mask</a:t>
            </a:r>
          </a:p>
        </p:txBody>
      </p:sp>
      <p:sp>
        <p:nvSpPr>
          <p:cNvPr id="174" name="右箭头 173">
            <a:extLst>
              <a:ext uri="{FF2B5EF4-FFF2-40B4-BE49-F238E27FC236}">
                <a16:creationId xmlns:a16="http://schemas.microsoft.com/office/drawing/2014/main" id="{6B46E1B9-5CA6-C821-CEA7-D37480722418}"/>
              </a:ext>
            </a:extLst>
          </p:cNvPr>
          <p:cNvSpPr/>
          <p:nvPr/>
        </p:nvSpPr>
        <p:spPr>
          <a:xfrm rot="16200000">
            <a:off x="4307747" y="3655522"/>
            <a:ext cx="236511" cy="249221"/>
          </a:xfrm>
          <a:prstGeom prst="rightArrow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913F9F3-0617-9DEC-DFC2-7CA5ECD1E3BB}"/>
              </a:ext>
            </a:extLst>
          </p:cNvPr>
          <p:cNvSpPr txBox="1"/>
          <p:nvPr/>
        </p:nvSpPr>
        <p:spPr>
          <a:xfrm>
            <a:off x="1555163" y="5196284"/>
            <a:ext cx="989630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Passage</a:t>
            </a:r>
            <a:r>
              <a:rPr kumimoji="1" lang="zh-CN" altLang="en-US" sz="1601" dirty="0">
                <a:cs typeface="Arial" panose="020B0604020202020204" pitchFamily="34" charset="0"/>
              </a:rPr>
              <a:t> </a:t>
            </a:r>
            <a:r>
              <a:rPr kumimoji="1" lang="en-US" altLang="zh-CN" sz="1601" dirty="0">
                <a:cs typeface="Arial" panose="020B0604020202020204" pitchFamily="34" charset="0"/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FED149-CB5F-07BD-149A-C7177F29ACB8}"/>
              </a:ext>
            </a:extLst>
          </p:cNvPr>
          <p:cNvSpPr/>
          <p:nvPr/>
        </p:nvSpPr>
        <p:spPr>
          <a:xfrm>
            <a:off x="1435756" y="3977453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8A7E2D-47B8-B77A-263B-48EDAFC7EBD2}"/>
              </a:ext>
            </a:extLst>
          </p:cNvPr>
          <p:cNvSpPr/>
          <p:nvPr/>
        </p:nvSpPr>
        <p:spPr>
          <a:xfrm>
            <a:off x="1656844" y="3977453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78B527-9D88-8426-495B-F83E0489AA5C}"/>
              </a:ext>
            </a:extLst>
          </p:cNvPr>
          <p:cNvSpPr/>
          <p:nvPr/>
        </p:nvSpPr>
        <p:spPr>
          <a:xfrm>
            <a:off x="2103728" y="3977453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9518AF-F62C-7E47-444C-4487BF63C577}"/>
              </a:ext>
            </a:extLst>
          </p:cNvPr>
          <p:cNvSpPr/>
          <p:nvPr/>
        </p:nvSpPr>
        <p:spPr>
          <a:xfrm>
            <a:off x="2324816" y="3977453"/>
            <a:ext cx="216000" cy="216000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DDFBAEB-185E-28D8-D57F-7C3C2383DAA3}"/>
              </a:ext>
            </a:extLst>
          </p:cNvPr>
          <p:cNvSpPr/>
          <p:nvPr/>
        </p:nvSpPr>
        <p:spPr>
          <a:xfrm>
            <a:off x="1116907" y="3928034"/>
            <a:ext cx="1629891" cy="314838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4376AF9-B747-E793-80F5-D9A8053ACC46}"/>
              </a:ext>
            </a:extLst>
          </p:cNvPr>
          <p:cNvSpPr txBox="1"/>
          <p:nvPr/>
        </p:nvSpPr>
        <p:spPr>
          <a:xfrm>
            <a:off x="1820778" y="3872570"/>
            <a:ext cx="325730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…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341A9C29-81E0-CDB4-09BB-C31F26BA1C6C}"/>
              </a:ext>
            </a:extLst>
          </p:cNvPr>
          <p:cNvCxnSpPr>
            <a:cxnSpLocks/>
          </p:cNvCxnSpPr>
          <p:nvPr/>
        </p:nvCxnSpPr>
        <p:spPr>
          <a:xfrm flipV="1">
            <a:off x="4464389" y="4800076"/>
            <a:ext cx="0" cy="1838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18C95920-D9E0-7D48-A5E9-D188F5855BFC}"/>
              </a:ext>
            </a:extLst>
          </p:cNvPr>
          <p:cNvGrpSpPr/>
          <p:nvPr/>
        </p:nvGrpSpPr>
        <p:grpSpPr>
          <a:xfrm>
            <a:off x="1029088" y="4493110"/>
            <a:ext cx="6952428" cy="322562"/>
            <a:chOff x="611391" y="6392115"/>
            <a:chExt cx="6952429" cy="322563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A28B7A5-757D-43F3-56F7-19637BB2D72A}"/>
                </a:ext>
              </a:extLst>
            </p:cNvPr>
            <p:cNvSpPr/>
            <p:nvPr/>
          </p:nvSpPr>
          <p:spPr>
            <a:xfrm>
              <a:off x="637633" y="6418392"/>
              <a:ext cx="6926187" cy="282911"/>
            </a:xfrm>
            <a:prstGeom prst="rect">
              <a:avLst/>
            </a:prstGeom>
            <a:solidFill>
              <a:srgbClr val="EED3BC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1" dirty="0">
                  <a:cs typeface="Arial" panose="020B0604020202020204" pitchFamily="34" charset="0"/>
                </a:rPr>
                <a:t>Adding Special Tokens</a:t>
              </a:r>
              <a:endParaRPr kumimoji="1" lang="zh-CN" altLang="en-US" sz="1601" dirty="0">
                <a:cs typeface="Arial" panose="020B0604020202020204" pitchFamily="34" charset="0"/>
              </a:endParaRPr>
            </a:p>
          </p:txBody>
        </p:sp>
        <p:pic>
          <p:nvPicPr>
            <p:cNvPr id="54" name="图形 53" descr="火 纯色填充">
              <a:extLst>
                <a:ext uri="{FF2B5EF4-FFF2-40B4-BE49-F238E27FC236}">
                  <a16:creationId xmlns:a16="http://schemas.microsoft.com/office/drawing/2014/main" id="{906A73F3-B8C6-581B-885F-6FEFA58D9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1391" y="6392115"/>
              <a:ext cx="322563" cy="322563"/>
            </a:xfrm>
            <a:prstGeom prst="rect">
              <a:avLst/>
            </a:prstGeom>
          </p:spPr>
        </p:pic>
      </p:grp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B72D84D6-CFE9-8341-0874-AB394F97E7C8}"/>
              </a:ext>
            </a:extLst>
          </p:cNvPr>
          <p:cNvCxnSpPr>
            <a:cxnSpLocks/>
          </p:cNvCxnSpPr>
          <p:nvPr/>
        </p:nvCxnSpPr>
        <p:spPr>
          <a:xfrm flipV="1">
            <a:off x="2081392" y="4258357"/>
            <a:ext cx="2334" cy="26103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7D0B6D89-0C76-6E93-BC22-D90F479631D6}"/>
              </a:ext>
            </a:extLst>
          </p:cNvPr>
          <p:cNvSpPr txBox="1"/>
          <p:nvPr/>
        </p:nvSpPr>
        <p:spPr>
          <a:xfrm>
            <a:off x="3887784" y="5209768"/>
            <a:ext cx="992836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Passage</a:t>
            </a:r>
            <a:r>
              <a:rPr kumimoji="1" lang="zh-CN" altLang="en-US" sz="1601" dirty="0">
                <a:cs typeface="Arial" panose="020B0604020202020204" pitchFamily="34" charset="0"/>
              </a:rPr>
              <a:t> </a:t>
            </a:r>
            <a:r>
              <a:rPr kumimoji="1" lang="en-US" altLang="zh-CN" sz="1601" dirty="0">
                <a:cs typeface="Arial" panose="020B0604020202020204" pitchFamily="34" charset="0"/>
              </a:rPr>
              <a:t>n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C413757-A713-35FB-4103-21FBE659700B}"/>
              </a:ext>
            </a:extLst>
          </p:cNvPr>
          <p:cNvSpPr txBox="1"/>
          <p:nvPr/>
        </p:nvSpPr>
        <p:spPr>
          <a:xfrm>
            <a:off x="6296660" y="5211073"/>
            <a:ext cx="942181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Question</a:t>
            </a:r>
          </a:p>
        </p:txBody>
      </p: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ED7EC7B2-766B-0F55-DE16-9440928407DD}"/>
              </a:ext>
            </a:extLst>
          </p:cNvPr>
          <p:cNvCxnSpPr>
            <a:cxnSpLocks/>
          </p:cNvCxnSpPr>
          <p:nvPr/>
        </p:nvCxnSpPr>
        <p:spPr>
          <a:xfrm flipV="1">
            <a:off x="4411422" y="4258348"/>
            <a:ext cx="0" cy="2424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4491DEA3-E619-8704-26F0-9575A3498BBB}"/>
              </a:ext>
            </a:extLst>
          </p:cNvPr>
          <p:cNvCxnSpPr>
            <a:cxnSpLocks/>
          </p:cNvCxnSpPr>
          <p:nvPr/>
        </p:nvCxnSpPr>
        <p:spPr>
          <a:xfrm flipV="1">
            <a:off x="6776785" y="4252263"/>
            <a:ext cx="0" cy="23521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459479AF-A8C8-C54E-F80F-4BA7D4499299}"/>
              </a:ext>
            </a:extLst>
          </p:cNvPr>
          <p:cNvSpPr txBox="1"/>
          <p:nvPr/>
        </p:nvSpPr>
        <p:spPr>
          <a:xfrm>
            <a:off x="3006464" y="3864156"/>
            <a:ext cx="325730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…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FF32379-F5F7-F0E4-E9CB-D9F517991E20}"/>
              </a:ext>
            </a:extLst>
          </p:cNvPr>
          <p:cNvSpPr/>
          <p:nvPr/>
        </p:nvSpPr>
        <p:spPr>
          <a:xfrm>
            <a:off x="4829960" y="1104052"/>
            <a:ext cx="1688553" cy="327250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zh-CN" sz="1600" dirty="0">
                <a:cs typeface="Arial" panose="020B0604020202020204" pitchFamily="34" charset="0"/>
              </a:rPr>
              <a:t>Lora Weight</a:t>
            </a:r>
            <a:endParaRPr kumimoji="1" lang="zh-CN" altLang="en-US" sz="16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CEE81EF8-D09C-1B26-E94F-FF8BFC28D841}"/>
                  </a:ext>
                </a:extLst>
              </p:cNvPr>
              <p:cNvSpPr txBox="1"/>
              <p:nvPr/>
            </p:nvSpPr>
            <p:spPr>
              <a:xfrm>
                <a:off x="479480" y="547965"/>
                <a:ext cx="559769" cy="369460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kumimoji="1" lang="en-US" altLang="zh-CN" sz="1801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kumimoji="1" lang="zh-CN" altLang="en-US" sz="18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CEE81EF8-D09C-1B26-E94F-FF8BFC28D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80" y="547965"/>
                <a:ext cx="559769" cy="369460"/>
              </a:xfrm>
              <a:prstGeom prst="rect">
                <a:avLst/>
              </a:prstGeom>
              <a:blipFill>
                <a:blip r:embed="rId6"/>
                <a:stretch>
                  <a:fillRect r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0" name="直线箭头连接符 169">
            <a:extLst>
              <a:ext uri="{FF2B5EF4-FFF2-40B4-BE49-F238E27FC236}">
                <a16:creationId xmlns:a16="http://schemas.microsoft.com/office/drawing/2014/main" id="{598F3042-1AD2-248C-8A15-46443AB3929C}"/>
              </a:ext>
            </a:extLst>
          </p:cNvPr>
          <p:cNvCxnSpPr>
            <a:cxnSpLocks/>
          </p:cNvCxnSpPr>
          <p:nvPr/>
        </p:nvCxnSpPr>
        <p:spPr>
          <a:xfrm flipV="1">
            <a:off x="9023532" y="1418100"/>
            <a:ext cx="0" cy="6202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262C5B3-4599-1C6C-D76C-141E029A10AC}"/>
                  </a:ext>
                </a:extLst>
              </p:cNvPr>
              <p:cNvSpPr txBox="1"/>
              <p:nvPr/>
            </p:nvSpPr>
            <p:spPr>
              <a:xfrm>
                <a:off x="2243477" y="3902681"/>
                <a:ext cx="39748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262C5B3-4599-1C6C-D76C-141E029A1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477" y="3902681"/>
                <a:ext cx="397481" cy="3079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矩形 98">
            <a:extLst>
              <a:ext uri="{FF2B5EF4-FFF2-40B4-BE49-F238E27FC236}">
                <a16:creationId xmlns:a16="http://schemas.microsoft.com/office/drawing/2014/main" id="{6857095E-516F-2B8B-31F8-A3C835F5E6EE}"/>
              </a:ext>
            </a:extLst>
          </p:cNvPr>
          <p:cNvSpPr/>
          <p:nvPr/>
        </p:nvSpPr>
        <p:spPr>
          <a:xfrm>
            <a:off x="1214668" y="3977453"/>
            <a:ext cx="216000" cy="216000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4D99ADED-C234-FA52-681E-6FD31C70A34E}"/>
              </a:ext>
            </a:extLst>
          </p:cNvPr>
          <p:cNvSpPr txBox="1"/>
          <p:nvPr/>
        </p:nvSpPr>
        <p:spPr>
          <a:xfrm>
            <a:off x="5107365" y="1602187"/>
            <a:ext cx="3990302" cy="3694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801" dirty="0">
                <a:cs typeface="Arial" panose="020B0604020202020204" pitchFamily="34" charset="0"/>
              </a:rPr>
              <a:t>Relevance-aware Passage Fusion</a:t>
            </a:r>
            <a:endParaRPr kumimoji="1" lang="zh-CN" altLang="en-US" sz="18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1408FF8-A3CA-C418-22EC-E86F608F93D6}"/>
                  </a:ext>
                </a:extLst>
              </p:cNvPr>
              <p:cNvSpPr txBox="1"/>
              <p:nvPr/>
            </p:nvSpPr>
            <p:spPr>
              <a:xfrm>
                <a:off x="1138841" y="3936979"/>
                <a:ext cx="34426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1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1408FF8-A3CA-C418-22EC-E86F608F9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41" y="3936979"/>
                <a:ext cx="344261" cy="3079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" name="文本框 459">
            <a:extLst>
              <a:ext uri="{FF2B5EF4-FFF2-40B4-BE49-F238E27FC236}">
                <a16:creationId xmlns:a16="http://schemas.microsoft.com/office/drawing/2014/main" id="{923869AF-F9FB-596B-ED1A-5B3D82037ED1}"/>
              </a:ext>
            </a:extLst>
          </p:cNvPr>
          <p:cNvSpPr txBox="1"/>
          <p:nvPr/>
        </p:nvSpPr>
        <p:spPr>
          <a:xfrm>
            <a:off x="9959560" y="4883493"/>
            <a:ext cx="1935118" cy="477874"/>
          </a:xfrm>
          <a:prstGeom prst="rect">
            <a:avLst/>
          </a:prstGeom>
          <a:solidFill>
            <a:srgbClr val="F8ECC3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600" dirty="0">
                <a:cs typeface="Arial" panose="020B0604020202020204" pitchFamily="34" charset="0"/>
              </a:rPr>
              <a:t>Blocked </a:t>
            </a:r>
            <a:r>
              <a:rPr lang="en-US" altLang="zh-CN" sz="1600" dirty="0"/>
              <a:t>Bidirectional</a:t>
            </a:r>
            <a:r>
              <a:rPr kumimoji="1" lang="en-US" altLang="zh-CN" sz="1600" dirty="0">
                <a:cs typeface="Arial" panose="020B0604020202020204" pitchFamily="34" charset="0"/>
              </a:rPr>
              <a:t> Attention Mask</a:t>
            </a:r>
            <a:endParaRPr kumimoji="1" lang="zh-CN" altLang="en-US" sz="16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5" name="文本框 464">
                <a:extLst>
                  <a:ext uri="{FF2B5EF4-FFF2-40B4-BE49-F238E27FC236}">
                    <a16:creationId xmlns:a16="http://schemas.microsoft.com/office/drawing/2014/main" id="{0E658BD1-49A3-B10E-5A29-80DA5E6CA5BA}"/>
                  </a:ext>
                </a:extLst>
              </p:cNvPr>
              <p:cNvSpPr txBox="1"/>
              <p:nvPr/>
            </p:nvSpPr>
            <p:spPr>
              <a:xfrm>
                <a:off x="9892448" y="3128628"/>
                <a:ext cx="397032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465" name="文本框 464">
                <a:extLst>
                  <a:ext uri="{FF2B5EF4-FFF2-40B4-BE49-F238E27FC236}">
                    <a16:creationId xmlns:a16="http://schemas.microsoft.com/office/drawing/2014/main" id="{0E658BD1-49A3-B10E-5A29-80DA5E6CA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448" y="3128628"/>
                <a:ext cx="397032" cy="3079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6" name="文本框 465">
                <a:extLst>
                  <a:ext uri="{FF2B5EF4-FFF2-40B4-BE49-F238E27FC236}">
                    <a16:creationId xmlns:a16="http://schemas.microsoft.com/office/drawing/2014/main" id="{4A45AB12-8827-44BE-AA77-39119DF8D31B}"/>
                  </a:ext>
                </a:extLst>
              </p:cNvPr>
              <p:cNvSpPr txBox="1"/>
              <p:nvPr/>
            </p:nvSpPr>
            <p:spPr>
              <a:xfrm>
                <a:off x="9885238" y="3851243"/>
                <a:ext cx="411779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466" name="文本框 465">
                <a:extLst>
                  <a:ext uri="{FF2B5EF4-FFF2-40B4-BE49-F238E27FC236}">
                    <a16:creationId xmlns:a16="http://schemas.microsoft.com/office/drawing/2014/main" id="{4A45AB12-8827-44BE-AA77-39119DF8D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38" y="3851243"/>
                <a:ext cx="411779" cy="307905"/>
              </a:xfrm>
              <a:prstGeom prst="rect">
                <a:avLst/>
              </a:prstGeom>
              <a:blipFill>
                <a:blip r:embed="rId10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6" name="矩形 475">
            <a:extLst>
              <a:ext uri="{FF2B5EF4-FFF2-40B4-BE49-F238E27FC236}">
                <a16:creationId xmlns:a16="http://schemas.microsoft.com/office/drawing/2014/main" id="{50C59497-2FD6-41FA-47AD-4ED843DB83DD}"/>
              </a:ext>
            </a:extLst>
          </p:cNvPr>
          <p:cNvSpPr/>
          <p:nvPr/>
        </p:nvSpPr>
        <p:spPr>
          <a:xfrm>
            <a:off x="6474674" y="3046910"/>
            <a:ext cx="2740994" cy="572357"/>
          </a:xfrm>
          <a:prstGeom prst="rect">
            <a:avLst/>
          </a:prstGeom>
          <a:solidFill>
            <a:srgbClr val="D9DFE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>
            <a:noAutofit/>
          </a:bodyPr>
          <a:lstStyle/>
          <a:p>
            <a:pPr algn="ctr"/>
            <a:r>
              <a:rPr kumimoji="1" lang="en-US" altLang="zh-CN" sz="1601" dirty="0">
                <a:cs typeface="Arial" panose="020B0604020202020204" pitchFamily="34" charset="0"/>
              </a:rPr>
              <a:t>LLM Decoder Layer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pic>
        <p:nvPicPr>
          <p:cNvPr id="477" name="图形 476" descr="雪花 纯色填充">
            <a:extLst>
              <a:ext uri="{FF2B5EF4-FFF2-40B4-BE49-F238E27FC236}">
                <a16:creationId xmlns:a16="http://schemas.microsoft.com/office/drawing/2014/main" id="{5ADBB3F1-FDD0-EE26-3AE1-C274B3C90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47962" y="3029664"/>
            <a:ext cx="347280" cy="347280"/>
          </a:xfrm>
          <a:prstGeom prst="rect">
            <a:avLst/>
          </a:prstGeom>
        </p:spPr>
      </p:pic>
      <p:sp>
        <p:nvSpPr>
          <p:cNvPr id="394" name="矩形 393">
            <a:extLst>
              <a:ext uri="{FF2B5EF4-FFF2-40B4-BE49-F238E27FC236}">
                <a16:creationId xmlns:a16="http://schemas.microsoft.com/office/drawing/2014/main" id="{3C25FABE-99F0-DB43-48BD-533AFA967F06}"/>
              </a:ext>
            </a:extLst>
          </p:cNvPr>
          <p:cNvSpPr/>
          <p:nvPr/>
        </p:nvSpPr>
        <p:spPr>
          <a:xfrm>
            <a:off x="4611878" y="2532351"/>
            <a:ext cx="4602697" cy="301785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en-US" altLang="zh-CN" sz="1601" dirty="0">
                <a:cs typeface="Arial" panose="020B0604020202020204" pitchFamily="34" charset="0"/>
              </a:rPr>
              <a:t>Adaptor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cxnSp>
        <p:nvCxnSpPr>
          <p:cNvPr id="409" name="直线箭头连接符 57">
            <a:extLst>
              <a:ext uri="{FF2B5EF4-FFF2-40B4-BE49-F238E27FC236}">
                <a16:creationId xmlns:a16="http://schemas.microsoft.com/office/drawing/2014/main" id="{6871C7A2-660D-42F1-8873-EF95935DAF4A}"/>
              </a:ext>
            </a:extLst>
          </p:cNvPr>
          <p:cNvCxnSpPr>
            <a:cxnSpLocks/>
          </p:cNvCxnSpPr>
          <p:nvPr/>
        </p:nvCxnSpPr>
        <p:spPr>
          <a:xfrm flipH="1" flipV="1">
            <a:off x="5310405" y="2842832"/>
            <a:ext cx="2794" cy="1989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5" name="直线箭头连接符 57">
            <a:extLst>
              <a:ext uri="{FF2B5EF4-FFF2-40B4-BE49-F238E27FC236}">
                <a16:creationId xmlns:a16="http://schemas.microsoft.com/office/drawing/2014/main" id="{A047C9BF-0BAE-A295-8384-FD8016653EC2}"/>
              </a:ext>
            </a:extLst>
          </p:cNvPr>
          <p:cNvCxnSpPr>
            <a:cxnSpLocks/>
            <a:endCxn id="1061" idx="2"/>
          </p:cNvCxnSpPr>
          <p:nvPr/>
        </p:nvCxnSpPr>
        <p:spPr>
          <a:xfrm flipV="1">
            <a:off x="5313199" y="2333836"/>
            <a:ext cx="0" cy="2079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8" name="文本框 487">
                <a:extLst>
                  <a:ext uri="{FF2B5EF4-FFF2-40B4-BE49-F238E27FC236}">
                    <a16:creationId xmlns:a16="http://schemas.microsoft.com/office/drawing/2014/main" id="{5FDE4A10-16F0-559D-B1F5-2EF8E10AF1D9}"/>
                  </a:ext>
                </a:extLst>
              </p:cNvPr>
              <p:cNvSpPr txBox="1"/>
              <p:nvPr/>
            </p:nvSpPr>
            <p:spPr>
              <a:xfrm>
                <a:off x="9931437" y="4330994"/>
                <a:ext cx="326371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1" i="1" dirty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488" name="文本框 487">
                <a:extLst>
                  <a:ext uri="{FF2B5EF4-FFF2-40B4-BE49-F238E27FC236}">
                    <a16:creationId xmlns:a16="http://schemas.microsoft.com/office/drawing/2014/main" id="{5FDE4A10-16F0-559D-B1F5-2EF8E10AF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437" y="4330994"/>
                <a:ext cx="326371" cy="307905"/>
              </a:xfrm>
              <a:prstGeom prst="rect">
                <a:avLst/>
              </a:prstGeom>
              <a:blipFill>
                <a:blip r:embed="rId12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8" name="矩形 587">
            <a:extLst>
              <a:ext uri="{FF2B5EF4-FFF2-40B4-BE49-F238E27FC236}">
                <a16:creationId xmlns:a16="http://schemas.microsoft.com/office/drawing/2014/main" id="{263B0255-9A41-B964-5A82-2C501C52CDFC}"/>
              </a:ext>
            </a:extLst>
          </p:cNvPr>
          <p:cNvSpPr/>
          <p:nvPr/>
        </p:nvSpPr>
        <p:spPr>
          <a:xfrm>
            <a:off x="13559834" y="4084287"/>
            <a:ext cx="216000" cy="216000"/>
          </a:xfrm>
          <a:prstGeom prst="rect">
            <a:avLst/>
          </a:prstGeom>
          <a:solidFill>
            <a:srgbClr val="DDEA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89" name="矩形 588">
            <a:extLst>
              <a:ext uri="{FF2B5EF4-FFF2-40B4-BE49-F238E27FC236}">
                <a16:creationId xmlns:a16="http://schemas.microsoft.com/office/drawing/2014/main" id="{EF642603-F088-292D-14CD-23A8677EB673}"/>
              </a:ext>
            </a:extLst>
          </p:cNvPr>
          <p:cNvSpPr/>
          <p:nvPr/>
        </p:nvSpPr>
        <p:spPr>
          <a:xfrm>
            <a:off x="13779446" y="4084287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0" name="矩形 589">
            <a:extLst>
              <a:ext uri="{FF2B5EF4-FFF2-40B4-BE49-F238E27FC236}">
                <a16:creationId xmlns:a16="http://schemas.microsoft.com/office/drawing/2014/main" id="{AB103AD5-D317-B174-593B-0DEAC60EB0A8}"/>
              </a:ext>
            </a:extLst>
          </p:cNvPr>
          <p:cNvSpPr/>
          <p:nvPr/>
        </p:nvSpPr>
        <p:spPr>
          <a:xfrm>
            <a:off x="12399952" y="4082818"/>
            <a:ext cx="216000" cy="216000"/>
          </a:xfrm>
          <a:prstGeom prst="rect">
            <a:avLst/>
          </a:prstGeom>
          <a:solidFill>
            <a:srgbClr val="DDEAD6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1" name="矩形 590">
            <a:extLst>
              <a:ext uri="{FF2B5EF4-FFF2-40B4-BE49-F238E27FC236}">
                <a16:creationId xmlns:a16="http://schemas.microsoft.com/office/drawing/2014/main" id="{A55DBE96-15AD-2F5C-8F6F-DDA4DE0455A3}"/>
              </a:ext>
            </a:extLst>
          </p:cNvPr>
          <p:cNvSpPr/>
          <p:nvPr/>
        </p:nvSpPr>
        <p:spPr>
          <a:xfrm>
            <a:off x="12620920" y="4082818"/>
            <a:ext cx="216000" cy="216000"/>
          </a:xfrm>
          <a:prstGeom prst="rect">
            <a:avLst/>
          </a:prstGeom>
          <a:solidFill>
            <a:srgbClr val="DDEAD6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2" name="矩形 591">
            <a:extLst>
              <a:ext uri="{FF2B5EF4-FFF2-40B4-BE49-F238E27FC236}">
                <a16:creationId xmlns:a16="http://schemas.microsoft.com/office/drawing/2014/main" id="{8661A4AA-AF09-2A82-F991-7A219E247084}"/>
              </a:ext>
            </a:extLst>
          </p:cNvPr>
          <p:cNvSpPr/>
          <p:nvPr/>
        </p:nvSpPr>
        <p:spPr>
          <a:xfrm>
            <a:off x="13100372" y="4082818"/>
            <a:ext cx="216000" cy="216000"/>
          </a:xfrm>
          <a:prstGeom prst="rect">
            <a:avLst/>
          </a:prstGeom>
          <a:solidFill>
            <a:srgbClr val="DDEAD6">
              <a:alpha val="5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3" name="矩形 592">
            <a:extLst>
              <a:ext uri="{FF2B5EF4-FFF2-40B4-BE49-F238E27FC236}">
                <a16:creationId xmlns:a16="http://schemas.microsoft.com/office/drawing/2014/main" id="{35DBFFFC-6E02-3170-914F-3A06D1436888}"/>
              </a:ext>
            </a:extLst>
          </p:cNvPr>
          <p:cNvSpPr/>
          <p:nvPr/>
        </p:nvSpPr>
        <p:spPr>
          <a:xfrm>
            <a:off x="13317257" y="4082818"/>
            <a:ext cx="216000" cy="216000"/>
          </a:xfrm>
          <a:prstGeom prst="rect">
            <a:avLst/>
          </a:prstGeom>
          <a:solidFill>
            <a:srgbClr val="DDEAD6">
              <a:alpha val="5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4" name="矩形 593">
            <a:extLst>
              <a:ext uri="{FF2B5EF4-FFF2-40B4-BE49-F238E27FC236}">
                <a16:creationId xmlns:a16="http://schemas.microsoft.com/office/drawing/2014/main" id="{C3E88C7B-92C1-1744-4413-D7D36CEA2304}"/>
              </a:ext>
            </a:extLst>
          </p:cNvPr>
          <p:cNvSpPr/>
          <p:nvPr/>
        </p:nvSpPr>
        <p:spPr>
          <a:xfrm>
            <a:off x="13559834" y="4300487"/>
            <a:ext cx="216000" cy="216000"/>
          </a:xfrm>
          <a:prstGeom prst="rect">
            <a:avLst/>
          </a:prstGeom>
          <a:solidFill>
            <a:srgbClr val="DDEA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5" name="矩形 594">
            <a:extLst>
              <a:ext uri="{FF2B5EF4-FFF2-40B4-BE49-F238E27FC236}">
                <a16:creationId xmlns:a16="http://schemas.microsoft.com/office/drawing/2014/main" id="{B99A4351-1B05-637A-94EE-39C82FB75F9B}"/>
              </a:ext>
            </a:extLst>
          </p:cNvPr>
          <p:cNvSpPr/>
          <p:nvPr/>
        </p:nvSpPr>
        <p:spPr>
          <a:xfrm>
            <a:off x="13779446" y="4300487"/>
            <a:ext cx="216000" cy="216000"/>
          </a:xfrm>
          <a:prstGeom prst="rect">
            <a:avLst/>
          </a:prstGeom>
          <a:solidFill>
            <a:srgbClr val="DDEA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6" name="矩形 595">
            <a:extLst>
              <a:ext uri="{FF2B5EF4-FFF2-40B4-BE49-F238E27FC236}">
                <a16:creationId xmlns:a16="http://schemas.microsoft.com/office/drawing/2014/main" id="{77BFBEBC-AD84-276F-95F2-A22E58A781C5}"/>
              </a:ext>
            </a:extLst>
          </p:cNvPr>
          <p:cNvSpPr/>
          <p:nvPr/>
        </p:nvSpPr>
        <p:spPr>
          <a:xfrm>
            <a:off x="12399952" y="4299018"/>
            <a:ext cx="216000" cy="216000"/>
          </a:xfrm>
          <a:prstGeom prst="rect">
            <a:avLst/>
          </a:prstGeom>
          <a:solidFill>
            <a:srgbClr val="DDEAD6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7" name="矩形 596">
            <a:extLst>
              <a:ext uri="{FF2B5EF4-FFF2-40B4-BE49-F238E27FC236}">
                <a16:creationId xmlns:a16="http://schemas.microsoft.com/office/drawing/2014/main" id="{E65A2645-4096-547E-8EE3-46E627121A86}"/>
              </a:ext>
            </a:extLst>
          </p:cNvPr>
          <p:cNvSpPr/>
          <p:nvPr/>
        </p:nvSpPr>
        <p:spPr>
          <a:xfrm>
            <a:off x="12620920" y="4299018"/>
            <a:ext cx="216000" cy="216000"/>
          </a:xfrm>
          <a:prstGeom prst="rect">
            <a:avLst/>
          </a:prstGeom>
          <a:solidFill>
            <a:srgbClr val="DDEAD6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8" name="矩形 597">
            <a:extLst>
              <a:ext uri="{FF2B5EF4-FFF2-40B4-BE49-F238E27FC236}">
                <a16:creationId xmlns:a16="http://schemas.microsoft.com/office/drawing/2014/main" id="{D6CC381A-328E-ADAA-91B4-880577B40A72}"/>
              </a:ext>
            </a:extLst>
          </p:cNvPr>
          <p:cNvSpPr/>
          <p:nvPr/>
        </p:nvSpPr>
        <p:spPr>
          <a:xfrm>
            <a:off x="13100372" y="4299018"/>
            <a:ext cx="216000" cy="216000"/>
          </a:xfrm>
          <a:prstGeom prst="rect">
            <a:avLst/>
          </a:prstGeom>
          <a:solidFill>
            <a:srgbClr val="DDEAD6">
              <a:alpha val="5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599" name="矩形 598">
            <a:extLst>
              <a:ext uri="{FF2B5EF4-FFF2-40B4-BE49-F238E27FC236}">
                <a16:creationId xmlns:a16="http://schemas.microsoft.com/office/drawing/2014/main" id="{199FED2D-8C5B-4135-FD76-67A7A633CCE7}"/>
              </a:ext>
            </a:extLst>
          </p:cNvPr>
          <p:cNvSpPr/>
          <p:nvPr/>
        </p:nvSpPr>
        <p:spPr>
          <a:xfrm>
            <a:off x="13317257" y="4299018"/>
            <a:ext cx="216000" cy="216000"/>
          </a:xfrm>
          <a:prstGeom prst="rect">
            <a:avLst/>
          </a:prstGeom>
          <a:solidFill>
            <a:srgbClr val="DDEAD6">
              <a:alpha val="5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00" name="矩形 599">
            <a:extLst>
              <a:ext uri="{FF2B5EF4-FFF2-40B4-BE49-F238E27FC236}">
                <a16:creationId xmlns:a16="http://schemas.microsoft.com/office/drawing/2014/main" id="{B064960F-0DE7-AC28-19A7-1A1240177EE4}"/>
              </a:ext>
            </a:extLst>
          </p:cNvPr>
          <p:cNvSpPr/>
          <p:nvPr/>
        </p:nvSpPr>
        <p:spPr>
          <a:xfrm>
            <a:off x="13556382" y="292219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01" name="矩形 600">
            <a:extLst>
              <a:ext uri="{FF2B5EF4-FFF2-40B4-BE49-F238E27FC236}">
                <a16:creationId xmlns:a16="http://schemas.microsoft.com/office/drawing/2014/main" id="{501654A2-D427-2E1F-6F40-49569EBE94F1}"/>
              </a:ext>
            </a:extLst>
          </p:cNvPr>
          <p:cNvSpPr/>
          <p:nvPr/>
        </p:nvSpPr>
        <p:spPr>
          <a:xfrm>
            <a:off x="13775993" y="292219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02" name="矩形 601">
            <a:extLst>
              <a:ext uri="{FF2B5EF4-FFF2-40B4-BE49-F238E27FC236}">
                <a16:creationId xmlns:a16="http://schemas.microsoft.com/office/drawing/2014/main" id="{9C99CE51-AFD5-7FF3-0B8E-1C391BCDA190}"/>
              </a:ext>
            </a:extLst>
          </p:cNvPr>
          <p:cNvSpPr/>
          <p:nvPr/>
        </p:nvSpPr>
        <p:spPr>
          <a:xfrm>
            <a:off x="12396500" y="2920726"/>
            <a:ext cx="216000" cy="216000"/>
          </a:xfrm>
          <a:prstGeom prst="rect">
            <a:avLst/>
          </a:prstGeom>
          <a:solidFill>
            <a:srgbClr val="DDEA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04" name="矩形 603">
            <a:extLst>
              <a:ext uri="{FF2B5EF4-FFF2-40B4-BE49-F238E27FC236}">
                <a16:creationId xmlns:a16="http://schemas.microsoft.com/office/drawing/2014/main" id="{DF515900-512B-8446-8E36-1A26894C6073}"/>
              </a:ext>
            </a:extLst>
          </p:cNvPr>
          <p:cNvSpPr/>
          <p:nvPr/>
        </p:nvSpPr>
        <p:spPr>
          <a:xfrm>
            <a:off x="12617466" y="292072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05" name="矩形 604">
            <a:extLst>
              <a:ext uri="{FF2B5EF4-FFF2-40B4-BE49-F238E27FC236}">
                <a16:creationId xmlns:a16="http://schemas.microsoft.com/office/drawing/2014/main" id="{B7A32E3F-5EB1-A4A0-9B2F-C910F865C112}"/>
              </a:ext>
            </a:extLst>
          </p:cNvPr>
          <p:cNvSpPr/>
          <p:nvPr/>
        </p:nvSpPr>
        <p:spPr>
          <a:xfrm>
            <a:off x="13096920" y="292072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16" name="矩形 615">
            <a:extLst>
              <a:ext uri="{FF2B5EF4-FFF2-40B4-BE49-F238E27FC236}">
                <a16:creationId xmlns:a16="http://schemas.microsoft.com/office/drawing/2014/main" id="{F30BD724-B489-126C-01D1-72CFA52F4981}"/>
              </a:ext>
            </a:extLst>
          </p:cNvPr>
          <p:cNvSpPr/>
          <p:nvPr/>
        </p:nvSpPr>
        <p:spPr>
          <a:xfrm>
            <a:off x="13313802" y="292072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17" name="矩形 616">
            <a:extLst>
              <a:ext uri="{FF2B5EF4-FFF2-40B4-BE49-F238E27FC236}">
                <a16:creationId xmlns:a16="http://schemas.microsoft.com/office/drawing/2014/main" id="{4EABF602-C3B1-4392-4170-F6683C1C1AB0}"/>
              </a:ext>
            </a:extLst>
          </p:cNvPr>
          <p:cNvSpPr/>
          <p:nvPr/>
        </p:nvSpPr>
        <p:spPr>
          <a:xfrm>
            <a:off x="13556382" y="3137485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20" name="矩形 619">
            <a:extLst>
              <a:ext uri="{FF2B5EF4-FFF2-40B4-BE49-F238E27FC236}">
                <a16:creationId xmlns:a16="http://schemas.microsoft.com/office/drawing/2014/main" id="{18F8AFD5-0420-C714-F942-00825A88720D}"/>
              </a:ext>
            </a:extLst>
          </p:cNvPr>
          <p:cNvSpPr/>
          <p:nvPr/>
        </p:nvSpPr>
        <p:spPr>
          <a:xfrm>
            <a:off x="13775993" y="3137485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21" name="矩形 620">
            <a:extLst>
              <a:ext uri="{FF2B5EF4-FFF2-40B4-BE49-F238E27FC236}">
                <a16:creationId xmlns:a16="http://schemas.microsoft.com/office/drawing/2014/main" id="{839A593F-3A6E-F74C-489F-96C231BDF918}"/>
              </a:ext>
            </a:extLst>
          </p:cNvPr>
          <p:cNvSpPr/>
          <p:nvPr/>
        </p:nvSpPr>
        <p:spPr>
          <a:xfrm>
            <a:off x="12396500" y="3136016"/>
            <a:ext cx="216000" cy="216000"/>
          </a:xfrm>
          <a:prstGeom prst="rect">
            <a:avLst/>
          </a:prstGeom>
          <a:solidFill>
            <a:srgbClr val="DDEA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22" name="矩形 621">
            <a:extLst>
              <a:ext uri="{FF2B5EF4-FFF2-40B4-BE49-F238E27FC236}">
                <a16:creationId xmlns:a16="http://schemas.microsoft.com/office/drawing/2014/main" id="{B238B1CA-9202-F1A2-58DB-4B444CD92B46}"/>
              </a:ext>
            </a:extLst>
          </p:cNvPr>
          <p:cNvSpPr/>
          <p:nvPr/>
        </p:nvSpPr>
        <p:spPr>
          <a:xfrm>
            <a:off x="12617466" y="3136016"/>
            <a:ext cx="216000" cy="216000"/>
          </a:xfrm>
          <a:prstGeom prst="rect">
            <a:avLst/>
          </a:prstGeom>
          <a:solidFill>
            <a:srgbClr val="DDEA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23" name="矩形 622">
            <a:extLst>
              <a:ext uri="{FF2B5EF4-FFF2-40B4-BE49-F238E27FC236}">
                <a16:creationId xmlns:a16="http://schemas.microsoft.com/office/drawing/2014/main" id="{52D5A61D-BC8A-578E-EB3D-EA2D8F0A39C8}"/>
              </a:ext>
            </a:extLst>
          </p:cNvPr>
          <p:cNvSpPr/>
          <p:nvPr/>
        </p:nvSpPr>
        <p:spPr>
          <a:xfrm>
            <a:off x="13096920" y="313601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24" name="矩形 623">
            <a:extLst>
              <a:ext uri="{FF2B5EF4-FFF2-40B4-BE49-F238E27FC236}">
                <a16:creationId xmlns:a16="http://schemas.microsoft.com/office/drawing/2014/main" id="{42FF1E48-43B9-F1CE-E8F1-3496A947F9E6}"/>
              </a:ext>
            </a:extLst>
          </p:cNvPr>
          <p:cNvSpPr/>
          <p:nvPr/>
        </p:nvSpPr>
        <p:spPr>
          <a:xfrm>
            <a:off x="13313802" y="313601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25" name="矩形 624">
            <a:extLst>
              <a:ext uri="{FF2B5EF4-FFF2-40B4-BE49-F238E27FC236}">
                <a16:creationId xmlns:a16="http://schemas.microsoft.com/office/drawing/2014/main" id="{54E2B9DA-F327-6F04-7F92-D40A5AAAE162}"/>
              </a:ext>
            </a:extLst>
          </p:cNvPr>
          <p:cNvSpPr/>
          <p:nvPr/>
        </p:nvSpPr>
        <p:spPr>
          <a:xfrm>
            <a:off x="13556382" y="3622792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26" name="矩形 625">
            <a:extLst>
              <a:ext uri="{FF2B5EF4-FFF2-40B4-BE49-F238E27FC236}">
                <a16:creationId xmlns:a16="http://schemas.microsoft.com/office/drawing/2014/main" id="{795C0156-E1FD-8983-0EE1-9E8401A3C05B}"/>
              </a:ext>
            </a:extLst>
          </p:cNvPr>
          <p:cNvSpPr/>
          <p:nvPr/>
        </p:nvSpPr>
        <p:spPr>
          <a:xfrm>
            <a:off x="13775993" y="3622792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31" name="矩形 630">
            <a:extLst>
              <a:ext uri="{FF2B5EF4-FFF2-40B4-BE49-F238E27FC236}">
                <a16:creationId xmlns:a16="http://schemas.microsoft.com/office/drawing/2014/main" id="{5CA417BE-420F-7692-DFB8-6DEB0BFE4F1D}"/>
              </a:ext>
            </a:extLst>
          </p:cNvPr>
          <p:cNvSpPr/>
          <p:nvPr/>
        </p:nvSpPr>
        <p:spPr>
          <a:xfrm>
            <a:off x="12396500" y="3621323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32" name="矩形 631">
            <a:extLst>
              <a:ext uri="{FF2B5EF4-FFF2-40B4-BE49-F238E27FC236}">
                <a16:creationId xmlns:a16="http://schemas.microsoft.com/office/drawing/2014/main" id="{45D60677-DA5C-3610-9AAC-34258C6F21D5}"/>
              </a:ext>
            </a:extLst>
          </p:cNvPr>
          <p:cNvSpPr/>
          <p:nvPr/>
        </p:nvSpPr>
        <p:spPr>
          <a:xfrm>
            <a:off x="12617466" y="3621323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34" name="矩形 633">
            <a:extLst>
              <a:ext uri="{FF2B5EF4-FFF2-40B4-BE49-F238E27FC236}">
                <a16:creationId xmlns:a16="http://schemas.microsoft.com/office/drawing/2014/main" id="{4CDA1D65-3D26-9919-73F1-7B9644271F3F}"/>
              </a:ext>
            </a:extLst>
          </p:cNvPr>
          <p:cNvSpPr/>
          <p:nvPr/>
        </p:nvSpPr>
        <p:spPr>
          <a:xfrm>
            <a:off x="13096920" y="3621323"/>
            <a:ext cx="216000" cy="216000"/>
          </a:xfrm>
          <a:prstGeom prst="rect">
            <a:avLst/>
          </a:prstGeom>
          <a:solidFill>
            <a:srgbClr val="DDEA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35" name="矩形 634">
            <a:extLst>
              <a:ext uri="{FF2B5EF4-FFF2-40B4-BE49-F238E27FC236}">
                <a16:creationId xmlns:a16="http://schemas.microsoft.com/office/drawing/2014/main" id="{9D3ED853-CDBB-5DE0-4291-367282DB1981}"/>
              </a:ext>
            </a:extLst>
          </p:cNvPr>
          <p:cNvSpPr/>
          <p:nvPr/>
        </p:nvSpPr>
        <p:spPr>
          <a:xfrm>
            <a:off x="13313802" y="3621323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36" name="矩形 635">
            <a:extLst>
              <a:ext uri="{FF2B5EF4-FFF2-40B4-BE49-F238E27FC236}">
                <a16:creationId xmlns:a16="http://schemas.microsoft.com/office/drawing/2014/main" id="{9509EE3E-4D4D-FF22-4CEB-074C7BAC7FF1}"/>
              </a:ext>
            </a:extLst>
          </p:cNvPr>
          <p:cNvSpPr/>
          <p:nvPr/>
        </p:nvSpPr>
        <p:spPr>
          <a:xfrm>
            <a:off x="13556382" y="3839894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37" name="矩形 636">
            <a:extLst>
              <a:ext uri="{FF2B5EF4-FFF2-40B4-BE49-F238E27FC236}">
                <a16:creationId xmlns:a16="http://schemas.microsoft.com/office/drawing/2014/main" id="{DAA74CE6-FEFB-84DB-1444-91EB1AABF12F}"/>
              </a:ext>
            </a:extLst>
          </p:cNvPr>
          <p:cNvSpPr/>
          <p:nvPr/>
        </p:nvSpPr>
        <p:spPr>
          <a:xfrm>
            <a:off x="13775993" y="3839894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38" name="矩形 637">
            <a:extLst>
              <a:ext uri="{FF2B5EF4-FFF2-40B4-BE49-F238E27FC236}">
                <a16:creationId xmlns:a16="http://schemas.microsoft.com/office/drawing/2014/main" id="{8599868C-9991-3A7A-E297-F0FF8D96CD99}"/>
              </a:ext>
            </a:extLst>
          </p:cNvPr>
          <p:cNvSpPr/>
          <p:nvPr/>
        </p:nvSpPr>
        <p:spPr>
          <a:xfrm>
            <a:off x="12396500" y="3838424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39" name="矩形 638">
            <a:extLst>
              <a:ext uri="{FF2B5EF4-FFF2-40B4-BE49-F238E27FC236}">
                <a16:creationId xmlns:a16="http://schemas.microsoft.com/office/drawing/2014/main" id="{51C8CB2A-78A2-D6A8-AA51-59853C163D7A}"/>
              </a:ext>
            </a:extLst>
          </p:cNvPr>
          <p:cNvSpPr/>
          <p:nvPr/>
        </p:nvSpPr>
        <p:spPr>
          <a:xfrm>
            <a:off x="12617466" y="3838424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40" name="矩形 639">
            <a:extLst>
              <a:ext uri="{FF2B5EF4-FFF2-40B4-BE49-F238E27FC236}">
                <a16:creationId xmlns:a16="http://schemas.microsoft.com/office/drawing/2014/main" id="{747C7A14-2064-0803-4287-8175D77FCE5A}"/>
              </a:ext>
            </a:extLst>
          </p:cNvPr>
          <p:cNvSpPr/>
          <p:nvPr/>
        </p:nvSpPr>
        <p:spPr>
          <a:xfrm>
            <a:off x="13096920" y="3838424"/>
            <a:ext cx="216000" cy="216000"/>
          </a:xfrm>
          <a:prstGeom prst="rect">
            <a:avLst/>
          </a:prstGeom>
          <a:solidFill>
            <a:srgbClr val="DDEA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41" name="矩形 640">
            <a:extLst>
              <a:ext uri="{FF2B5EF4-FFF2-40B4-BE49-F238E27FC236}">
                <a16:creationId xmlns:a16="http://schemas.microsoft.com/office/drawing/2014/main" id="{2BA7B336-044A-7C0D-ECA2-E8F2A2C3E925}"/>
              </a:ext>
            </a:extLst>
          </p:cNvPr>
          <p:cNvSpPr/>
          <p:nvPr/>
        </p:nvSpPr>
        <p:spPr>
          <a:xfrm>
            <a:off x="13313802" y="3838424"/>
            <a:ext cx="216000" cy="216000"/>
          </a:xfrm>
          <a:prstGeom prst="rect">
            <a:avLst/>
          </a:prstGeom>
          <a:solidFill>
            <a:srgbClr val="DDEA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642" name="文本框 641">
            <a:extLst>
              <a:ext uri="{FF2B5EF4-FFF2-40B4-BE49-F238E27FC236}">
                <a16:creationId xmlns:a16="http://schemas.microsoft.com/office/drawing/2014/main" id="{A50117F4-F7A8-1705-4F9A-D397FFD77195}"/>
              </a:ext>
            </a:extLst>
          </p:cNvPr>
          <p:cNvSpPr txBox="1"/>
          <p:nvPr/>
        </p:nvSpPr>
        <p:spPr>
          <a:xfrm>
            <a:off x="12807499" y="4118756"/>
            <a:ext cx="308098" cy="307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644" name="文本框 643">
            <a:extLst>
              <a:ext uri="{FF2B5EF4-FFF2-40B4-BE49-F238E27FC236}">
                <a16:creationId xmlns:a16="http://schemas.microsoft.com/office/drawing/2014/main" id="{09FCE542-2F50-B88C-CD7B-E01CF092D8A4}"/>
              </a:ext>
            </a:extLst>
          </p:cNvPr>
          <p:cNvSpPr txBox="1"/>
          <p:nvPr/>
        </p:nvSpPr>
        <p:spPr>
          <a:xfrm>
            <a:off x="12807499" y="2914970"/>
            <a:ext cx="308098" cy="307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645" name="文本框 644">
            <a:extLst>
              <a:ext uri="{FF2B5EF4-FFF2-40B4-BE49-F238E27FC236}">
                <a16:creationId xmlns:a16="http://schemas.microsoft.com/office/drawing/2014/main" id="{30183849-6A7D-45B9-50D7-3D444E51E0B9}"/>
              </a:ext>
            </a:extLst>
          </p:cNvPr>
          <p:cNvSpPr txBox="1"/>
          <p:nvPr/>
        </p:nvSpPr>
        <p:spPr>
          <a:xfrm>
            <a:off x="12807499" y="3603953"/>
            <a:ext cx="308098" cy="307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647" name="文本框 646">
            <a:extLst>
              <a:ext uri="{FF2B5EF4-FFF2-40B4-BE49-F238E27FC236}">
                <a16:creationId xmlns:a16="http://schemas.microsoft.com/office/drawing/2014/main" id="{687EB742-9AD2-D957-A4F1-C42731293161}"/>
              </a:ext>
            </a:extLst>
          </p:cNvPr>
          <p:cNvSpPr txBox="1"/>
          <p:nvPr/>
        </p:nvSpPr>
        <p:spPr>
          <a:xfrm rot="5400000">
            <a:off x="13713440" y="3333661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648" name="文本框 647">
            <a:extLst>
              <a:ext uri="{FF2B5EF4-FFF2-40B4-BE49-F238E27FC236}">
                <a16:creationId xmlns:a16="http://schemas.microsoft.com/office/drawing/2014/main" id="{97D41CCE-00DF-540C-D845-4914BFD38CDA}"/>
              </a:ext>
            </a:extLst>
          </p:cNvPr>
          <p:cNvSpPr txBox="1"/>
          <p:nvPr/>
        </p:nvSpPr>
        <p:spPr>
          <a:xfrm rot="5400000">
            <a:off x="12523125" y="3333661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650" name="文本框 649">
            <a:extLst>
              <a:ext uri="{FF2B5EF4-FFF2-40B4-BE49-F238E27FC236}">
                <a16:creationId xmlns:a16="http://schemas.microsoft.com/office/drawing/2014/main" id="{19D6C8C2-4040-3452-DE8C-2FC3AB808CE4}"/>
              </a:ext>
            </a:extLst>
          </p:cNvPr>
          <p:cNvSpPr txBox="1"/>
          <p:nvPr/>
        </p:nvSpPr>
        <p:spPr>
          <a:xfrm rot="5400000">
            <a:off x="12872408" y="3333661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651" name="文本框 650">
            <a:extLst>
              <a:ext uri="{FF2B5EF4-FFF2-40B4-BE49-F238E27FC236}">
                <a16:creationId xmlns:a16="http://schemas.microsoft.com/office/drawing/2014/main" id="{B190FCCF-819D-2AAC-2994-763AF8A454D0}"/>
              </a:ext>
            </a:extLst>
          </p:cNvPr>
          <p:cNvSpPr txBox="1"/>
          <p:nvPr/>
        </p:nvSpPr>
        <p:spPr>
          <a:xfrm rot="5400000">
            <a:off x="13296156" y="3333661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3" name="文本框 652">
                <a:extLst>
                  <a:ext uri="{FF2B5EF4-FFF2-40B4-BE49-F238E27FC236}">
                    <a16:creationId xmlns:a16="http://schemas.microsoft.com/office/drawing/2014/main" id="{3D3A9B96-8704-F18E-A629-CB5E1593A2F2}"/>
                  </a:ext>
                </a:extLst>
              </p:cNvPr>
              <p:cNvSpPr txBox="1"/>
              <p:nvPr/>
            </p:nvSpPr>
            <p:spPr>
              <a:xfrm>
                <a:off x="13616295" y="2611354"/>
                <a:ext cx="326371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1" i="1" dirty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653" name="文本框 652">
                <a:extLst>
                  <a:ext uri="{FF2B5EF4-FFF2-40B4-BE49-F238E27FC236}">
                    <a16:creationId xmlns:a16="http://schemas.microsoft.com/office/drawing/2014/main" id="{3D3A9B96-8704-F18E-A629-CB5E1593A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6295" y="2611354"/>
                <a:ext cx="326371" cy="307905"/>
              </a:xfrm>
              <a:prstGeom prst="rect">
                <a:avLst/>
              </a:prstGeom>
              <a:blipFill>
                <a:blip r:embed="rId13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6" name="文本框 655">
                <a:extLst>
                  <a:ext uri="{FF2B5EF4-FFF2-40B4-BE49-F238E27FC236}">
                    <a16:creationId xmlns:a16="http://schemas.microsoft.com/office/drawing/2014/main" id="{F765C7A9-705E-3583-49D0-D583EE2D24F5}"/>
                  </a:ext>
                </a:extLst>
              </p:cNvPr>
              <p:cNvSpPr txBox="1"/>
              <p:nvPr/>
            </p:nvSpPr>
            <p:spPr>
              <a:xfrm>
                <a:off x="12466231" y="2611354"/>
                <a:ext cx="397032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656" name="文本框 655">
                <a:extLst>
                  <a:ext uri="{FF2B5EF4-FFF2-40B4-BE49-F238E27FC236}">
                    <a16:creationId xmlns:a16="http://schemas.microsoft.com/office/drawing/2014/main" id="{F765C7A9-705E-3583-49D0-D583EE2D2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6231" y="2611354"/>
                <a:ext cx="397032" cy="307905"/>
              </a:xfrm>
              <a:prstGeom prst="rect">
                <a:avLst/>
              </a:prstGeom>
              <a:blipFill>
                <a:blip r:embed="rId1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52BE3731-0613-E94B-2278-EF07D9E2BBD0}"/>
                  </a:ext>
                </a:extLst>
              </p:cNvPr>
              <p:cNvSpPr txBox="1"/>
              <p:nvPr/>
            </p:nvSpPr>
            <p:spPr>
              <a:xfrm>
                <a:off x="13184063" y="2611354"/>
                <a:ext cx="411779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52BE3731-0613-E94B-2278-EF07D9E2B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4063" y="2611354"/>
                <a:ext cx="411779" cy="307905"/>
              </a:xfrm>
              <a:prstGeom prst="rect">
                <a:avLst/>
              </a:prstGeom>
              <a:blipFill>
                <a:blip r:embed="rId1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1" name="文本框 660">
                <a:extLst>
                  <a:ext uri="{FF2B5EF4-FFF2-40B4-BE49-F238E27FC236}">
                    <a16:creationId xmlns:a16="http://schemas.microsoft.com/office/drawing/2014/main" id="{34186564-AEBC-0B03-A0E7-8C6B5F310FE0}"/>
                  </a:ext>
                </a:extLst>
              </p:cNvPr>
              <p:cNvSpPr txBox="1"/>
              <p:nvPr/>
            </p:nvSpPr>
            <p:spPr>
              <a:xfrm>
                <a:off x="12085347" y="2937179"/>
                <a:ext cx="397032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661" name="文本框 660">
                <a:extLst>
                  <a:ext uri="{FF2B5EF4-FFF2-40B4-BE49-F238E27FC236}">
                    <a16:creationId xmlns:a16="http://schemas.microsoft.com/office/drawing/2014/main" id="{34186564-AEBC-0B03-A0E7-8C6B5F310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5347" y="2937179"/>
                <a:ext cx="397032" cy="307905"/>
              </a:xfrm>
              <a:prstGeom prst="rect">
                <a:avLst/>
              </a:prstGeom>
              <a:blipFill>
                <a:blip r:embed="rId9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3" name="文本框 662">
                <a:extLst>
                  <a:ext uri="{FF2B5EF4-FFF2-40B4-BE49-F238E27FC236}">
                    <a16:creationId xmlns:a16="http://schemas.microsoft.com/office/drawing/2014/main" id="{D76B56B5-BB9D-056E-D867-37D8726C65FD}"/>
                  </a:ext>
                </a:extLst>
              </p:cNvPr>
              <p:cNvSpPr txBox="1"/>
              <p:nvPr/>
            </p:nvSpPr>
            <p:spPr>
              <a:xfrm>
                <a:off x="12078134" y="3659796"/>
                <a:ext cx="411779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663" name="文本框 662">
                <a:extLst>
                  <a:ext uri="{FF2B5EF4-FFF2-40B4-BE49-F238E27FC236}">
                    <a16:creationId xmlns:a16="http://schemas.microsoft.com/office/drawing/2014/main" id="{D76B56B5-BB9D-056E-D867-37D8726C6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134" y="3659796"/>
                <a:ext cx="411779" cy="307905"/>
              </a:xfrm>
              <a:prstGeom prst="rect">
                <a:avLst/>
              </a:prstGeom>
              <a:blipFill>
                <a:blip r:embed="rId16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4" name="文本框 663">
            <a:extLst>
              <a:ext uri="{FF2B5EF4-FFF2-40B4-BE49-F238E27FC236}">
                <a16:creationId xmlns:a16="http://schemas.microsoft.com/office/drawing/2014/main" id="{23F8A253-7034-B210-AE40-0750638C9C80}"/>
              </a:ext>
            </a:extLst>
          </p:cNvPr>
          <p:cNvSpPr txBox="1"/>
          <p:nvPr/>
        </p:nvSpPr>
        <p:spPr>
          <a:xfrm rot="5400000">
            <a:off x="12188508" y="3333661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5" name="文本框 664">
                <a:extLst>
                  <a:ext uri="{FF2B5EF4-FFF2-40B4-BE49-F238E27FC236}">
                    <a16:creationId xmlns:a16="http://schemas.microsoft.com/office/drawing/2014/main" id="{E17BC55E-0C24-57C2-4944-0A16EE7339AD}"/>
                  </a:ext>
                </a:extLst>
              </p:cNvPr>
              <p:cNvSpPr txBox="1"/>
              <p:nvPr/>
            </p:nvSpPr>
            <p:spPr>
              <a:xfrm>
                <a:off x="12124334" y="4139546"/>
                <a:ext cx="326371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1" i="1" dirty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665" name="文本框 664">
                <a:extLst>
                  <a:ext uri="{FF2B5EF4-FFF2-40B4-BE49-F238E27FC236}">
                    <a16:creationId xmlns:a16="http://schemas.microsoft.com/office/drawing/2014/main" id="{E17BC55E-0C24-57C2-4944-0A16EE733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4334" y="4139546"/>
                <a:ext cx="326371" cy="30790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6" name="文本框 665">
            <a:extLst>
              <a:ext uri="{FF2B5EF4-FFF2-40B4-BE49-F238E27FC236}">
                <a16:creationId xmlns:a16="http://schemas.microsoft.com/office/drawing/2014/main" id="{9145D9F7-A6C1-ABB2-AA64-59254E4C0614}"/>
              </a:ext>
            </a:extLst>
          </p:cNvPr>
          <p:cNvSpPr txBox="1"/>
          <p:nvPr/>
        </p:nvSpPr>
        <p:spPr>
          <a:xfrm>
            <a:off x="12807499" y="2618459"/>
            <a:ext cx="308098" cy="307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667" name="矩形 666">
            <a:extLst>
              <a:ext uri="{FF2B5EF4-FFF2-40B4-BE49-F238E27FC236}">
                <a16:creationId xmlns:a16="http://schemas.microsoft.com/office/drawing/2014/main" id="{88EB0377-6B51-799E-1BBA-102BE8B0A900}"/>
              </a:ext>
            </a:extLst>
          </p:cNvPr>
          <p:cNvSpPr/>
          <p:nvPr/>
        </p:nvSpPr>
        <p:spPr>
          <a:xfrm>
            <a:off x="12386989" y="4077864"/>
            <a:ext cx="459461" cy="4433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 dirty="0">
              <a:cs typeface="Arial" panose="020B0604020202020204" pitchFamily="34" charset="0"/>
            </a:endParaRPr>
          </a:p>
        </p:txBody>
      </p:sp>
      <p:cxnSp>
        <p:nvCxnSpPr>
          <p:cNvPr id="668" name="直线箭头连接符 1061">
            <a:extLst>
              <a:ext uri="{FF2B5EF4-FFF2-40B4-BE49-F238E27FC236}">
                <a16:creationId xmlns:a16="http://schemas.microsoft.com/office/drawing/2014/main" id="{B9A5AB0F-53AB-FA3B-75D1-B43C66B3B2C9}"/>
              </a:ext>
            </a:extLst>
          </p:cNvPr>
          <p:cNvCxnSpPr>
            <a:cxnSpLocks/>
            <a:stCxn id="686" idx="3"/>
            <a:endCxn id="667" idx="2"/>
          </p:cNvCxnSpPr>
          <p:nvPr/>
        </p:nvCxnSpPr>
        <p:spPr>
          <a:xfrm flipH="1" flipV="1">
            <a:off x="12616717" y="4521172"/>
            <a:ext cx="96181" cy="146996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4" name="文本框 683">
            <a:extLst>
              <a:ext uri="{FF2B5EF4-FFF2-40B4-BE49-F238E27FC236}">
                <a16:creationId xmlns:a16="http://schemas.microsoft.com/office/drawing/2014/main" id="{BCCB36CB-B307-9087-22A7-458D17BB5EA2}"/>
              </a:ext>
            </a:extLst>
          </p:cNvPr>
          <p:cNvSpPr txBox="1"/>
          <p:nvPr/>
        </p:nvSpPr>
        <p:spPr>
          <a:xfrm>
            <a:off x="12305493" y="4584384"/>
            <a:ext cx="1633152" cy="232238"/>
          </a:xfrm>
          <a:prstGeom prst="rect">
            <a:avLst/>
          </a:prstGeom>
          <a:solidFill>
            <a:srgbClr val="B300FE">
              <a:alpha val="20000"/>
            </a:srgbClr>
          </a:solidFill>
        </p:spPr>
        <p:txBody>
          <a:bodyPr wrap="none" rtlCol="0" anchor="ctr">
            <a:noAutofit/>
          </a:bodyPr>
          <a:lstStyle/>
          <a:p>
            <a:endParaRPr kumimoji="1" lang="zh-CN" altLang="en-US" sz="16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6" name="文本框 685">
                <a:extLst>
                  <a:ext uri="{FF2B5EF4-FFF2-40B4-BE49-F238E27FC236}">
                    <a16:creationId xmlns:a16="http://schemas.microsoft.com/office/drawing/2014/main" id="{08A6A2DB-502A-67A9-74DA-745543D54D7C}"/>
                  </a:ext>
                </a:extLst>
              </p:cNvPr>
              <p:cNvSpPr txBox="1"/>
              <p:nvPr/>
            </p:nvSpPr>
            <p:spPr>
              <a:xfrm>
                <a:off x="12459834" y="4552051"/>
                <a:ext cx="253032" cy="232238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86" name="文本框 685">
                <a:extLst>
                  <a:ext uri="{FF2B5EF4-FFF2-40B4-BE49-F238E27FC236}">
                    <a16:creationId xmlns:a16="http://schemas.microsoft.com/office/drawing/2014/main" id="{08A6A2DB-502A-67A9-74DA-745543D54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9834" y="4552051"/>
                <a:ext cx="253032" cy="232238"/>
              </a:xfrm>
              <a:prstGeom prst="rect">
                <a:avLst/>
              </a:prstGeom>
              <a:blipFill>
                <a:blip r:embed="rId18"/>
                <a:stretch>
                  <a:fillRect r="-21951"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7" name="文本框 686">
                <a:extLst>
                  <a:ext uri="{FF2B5EF4-FFF2-40B4-BE49-F238E27FC236}">
                    <a16:creationId xmlns:a16="http://schemas.microsoft.com/office/drawing/2014/main" id="{681A373F-992B-248F-CC2C-32AEAEE5A9E6}"/>
                  </a:ext>
                </a:extLst>
              </p:cNvPr>
              <p:cNvSpPr txBox="1"/>
              <p:nvPr/>
            </p:nvSpPr>
            <p:spPr>
              <a:xfrm>
                <a:off x="12877766" y="4508053"/>
                <a:ext cx="353515" cy="307777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87" name="文本框 686">
                <a:extLst>
                  <a:ext uri="{FF2B5EF4-FFF2-40B4-BE49-F238E27FC236}">
                    <a16:creationId xmlns:a16="http://schemas.microsoft.com/office/drawing/2014/main" id="{681A373F-992B-248F-CC2C-32AEAEE5A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7766" y="4508053"/>
                <a:ext cx="353515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7AE90C73-F7B6-89AD-2D4F-72365F3F926B}"/>
                  </a:ext>
                </a:extLst>
              </p:cNvPr>
              <p:cNvSpPr txBox="1"/>
              <p:nvPr/>
            </p:nvSpPr>
            <p:spPr>
              <a:xfrm>
                <a:off x="13362740" y="4556690"/>
                <a:ext cx="253032" cy="232238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7AE90C73-F7B6-89AD-2D4F-72365F3F9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40" y="4556690"/>
                <a:ext cx="253032" cy="232238"/>
              </a:xfrm>
              <a:prstGeom prst="rect">
                <a:avLst/>
              </a:prstGeom>
              <a:blipFill>
                <a:blip r:embed="rId20"/>
                <a:stretch>
                  <a:fillRect r="-23810"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6" name="直线箭头连接符 1061">
            <a:extLst>
              <a:ext uri="{FF2B5EF4-FFF2-40B4-BE49-F238E27FC236}">
                <a16:creationId xmlns:a16="http://schemas.microsoft.com/office/drawing/2014/main" id="{E26E6DFC-29F2-DFE0-8910-47ABE378824C}"/>
              </a:ext>
            </a:extLst>
          </p:cNvPr>
          <p:cNvCxnSpPr>
            <a:cxnSpLocks/>
          </p:cNvCxnSpPr>
          <p:nvPr/>
        </p:nvCxnSpPr>
        <p:spPr>
          <a:xfrm flipH="1" flipV="1">
            <a:off x="13328118" y="4518347"/>
            <a:ext cx="138919" cy="143578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5" name="矩形 704">
            <a:extLst>
              <a:ext uri="{FF2B5EF4-FFF2-40B4-BE49-F238E27FC236}">
                <a16:creationId xmlns:a16="http://schemas.microsoft.com/office/drawing/2014/main" id="{C52E3A3C-074D-F51F-3B11-1BF31EF405E6}"/>
              </a:ext>
            </a:extLst>
          </p:cNvPr>
          <p:cNvSpPr/>
          <p:nvPr/>
        </p:nvSpPr>
        <p:spPr>
          <a:xfrm>
            <a:off x="13085759" y="4077864"/>
            <a:ext cx="459461" cy="44198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9" name="文本框 708">
                <a:extLst>
                  <a:ext uri="{FF2B5EF4-FFF2-40B4-BE49-F238E27FC236}">
                    <a16:creationId xmlns:a16="http://schemas.microsoft.com/office/drawing/2014/main" id="{D424C458-B02B-67EC-2ED1-714C3679967F}"/>
                  </a:ext>
                </a:extLst>
              </p:cNvPr>
              <p:cNvSpPr txBox="1"/>
              <p:nvPr/>
            </p:nvSpPr>
            <p:spPr>
              <a:xfrm>
                <a:off x="1747430" y="4167695"/>
                <a:ext cx="399788" cy="338682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6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1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601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zh-CN" sz="16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09" name="文本框 708">
                <a:extLst>
                  <a:ext uri="{FF2B5EF4-FFF2-40B4-BE49-F238E27FC236}">
                    <a16:creationId xmlns:a16="http://schemas.microsoft.com/office/drawing/2014/main" id="{D424C458-B02B-67EC-2ED1-714C36799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430" y="4167695"/>
                <a:ext cx="399788" cy="338682"/>
              </a:xfrm>
              <a:prstGeom prst="rect">
                <a:avLst/>
              </a:prstGeom>
              <a:blipFill>
                <a:blip r:embed="rId21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0" name="文本框 709">
                <a:extLst>
                  <a:ext uri="{FF2B5EF4-FFF2-40B4-BE49-F238E27FC236}">
                    <a16:creationId xmlns:a16="http://schemas.microsoft.com/office/drawing/2014/main" id="{4A956BB9-BDF0-85EA-2E3F-C890CEDA61AF}"/>
                  </a:ext>
                </a:extLst>
              </p:cNvPr>
              <p:cNvSpPr txBox="1"/>
              <p:nvPr/>
            </p:nvSpPr>
            <p:spPr>
              <a:xfrm>
                <a:off x="4024146" y="4163186"/>
                <a:ext cx="399788" cy="338682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6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1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601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en-US" altLang="zh-CN" sz="16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10" name="文本框 709">
                <a:extLst>
                  <a:ext uri="{FF2B5EF4-FFF2-40B4-BE49-F238E27FC236}">
                    <a16:creationId xmlns:a16="http://schemas.microsoft.com/office/drawing/2014/main" id="{4A956BB9-BDF0-85EA-2E3F-C890CEDA6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146" y="4163186"/>
                <a:ext cx="399788" cy="338682"/>
              </a:xfrm>
              <a:prstGeom prst="rect">
                <a:avLst/>
              </a:prstGeom>
              <a:blipFill>
                <a:blip r:embed="rId22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1" name="文本框 710">
                <a:extLst>
                  <a:ext uri="{FF2B5EF4-FFF2-40B4-BE49-F238E27FC236}">
                    <a16:creationId xmlns:a16="http://schemas.microsoft.com/office/drawing/2014/main" id="{FF830D88-C5F4-D321-0A05-AC235E5EF734}"/>
                  </a:ext>
                </a:extLst>
              </p:cNvPr>
              <p:cNvSpPr txBox="1"/>
              <p:nvPr/>
            </p:nvSpPr>
            <p:spPr>
              <a:xfrm>
                <a:off x="6418138" y="4160556"/>
                <a:ext cx="399788" cy="338682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1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en-US" altLang="zh-CN" sz="16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11" name="文本框 710">
                <a:extLst>
                  <a:ext uri="{FF2B5EF4-FFF2-40B4-BE49-F238E27FC236}">
                    <a16:creationId xmlns:a16="http://schemas.microsoft.com/office/drawing/2014/main" id="{FF830D88-C5F4-D321-0A05-AC235E5EF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138" y="4160556"/>
                <a:ext cx="399788" cy="338682"/>
              </a:xfrm>
              <a:prstGeom prst="rect">
                <a:avLst/>
              </a:prstGeom>
              <a:blipFill>
                <a:blip r:embed="rId23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2" name="矩形 711">
            <a:extLst>
              <a:ext uri="{FF2B5EF4-FFF2-40B4-BE49-F238E27FC236}">
                <a16:creationId xmlns:a16="http://schemas.microsoft.com/office/drawing/2014/main" id="{9DFAF642-A0CB-2B72-73EF-AFAE147BEBD7}"/>
              </a:ext>
            </a:extLst>
          </p:cNvPr>
          <p:cNvSpPr/>
          <p:nvPr/>
        </p:nvSpPr>
        <p:spPr>
          <a:xfrm>
            <a:off x="3907566" y="3991065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714" name="矩形 713">
            <a:extLst>
              <a:ext uri="{FF2B5EF4-FFF2-40B4-BE49-F238E27FC236}">
                <a16:creationId xmlns:a16="http://schemas.microsoft.com/office/drawing/2014/main" id="{A334472E-8147-F448-ABEB-5F3B1E95F982}"/>
              </a:ext>
            </a:extLst>
          </p:cNvPr>
          <p:cNvSpPr/>
          <p:nvPr/>
        </p:nvSpPr>
        <p:spPr>
          <a:xfrm>
            <a:off x="4128654" y="3991065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715" name="矩形 714">
            <a:extLst>
              <a:ext uri="{FF2B5EF4-FFF2-40B4-BE49-F238E27FC236}">
                <a16:creationId xmlns:a16="http://schemas.microsoft.com/office/drawing/2014/main" id="{283D72A1-E6C8-259E-64DD-386DC3A25DD1}"/>
              </a:ext>
            </a:extLst>
          </p:cNvPr>
          <p:cNvSpPr/>
          <p:nvPr/>
        </p:nvSpPr>
        <p:spPr>
          <a:xfrm>
            <a:off x="4575537" y="3991065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716" name="矩形 715">
            <a:extLst>
              <a:ext uri="{FF2B5EF4-FFF2-40B4-BE49-F238E27FC236}">
                <a16:creationId xmlns:a16="http://schemas.microsoft.com/office/drawing/2014/main" id="{EEB4F09C-647D-D17F-587C-3CF940FC237A}"/>
              </a:ext>
            </a:extLst>
          </p:cNvPr>
          <p:cNvSpPr/>
          <p:nvPr/>
        </p:nvSpPr>
        <p:spPr>
          <a:xfrm>
            <a:off x="4796628" y="3991065"/>
            <a:ext cx="216000" cy="216000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717" name="圆角矩形 19">
            <a:extLst>
              <a:ext uri="{FF2B5EF4-FFF2-40B4-BE49-F238E27FC236}">
                <a16:creationId xmlns:a16="http://schemas.microsoft.com/office/drawing/2014/main" id="{6185AF53-DA3F-1A9C-2EFE-7C846C1AD97A}"/>
              </a:ext>
            </a:extLst>
          </p:cNvPr>
          <p:cNvSpPr/>
          <p:nvPr/>
        </p:nvSpPr>
        <p:spPr>
          <a:xfrm>
            <a:off x="3588719" y="3941649"/>
            <a:ext cx="1629891" cy="314838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8" name="文本框 717">
                <a:extLst>
                  <a:ext uri="{FF2B5EF4-FFF2-40B4-BE49-F238E27FC236}">
                    <a16:creationId xmlns:a16="http://schemas.microsoft.com/office/drawing/2014/main" id="{F52E9CF7-1AE3-37B4-3412-2CBFFE173584}"/>
                  </a:ext>
                </a:extLst>
              </p:cNvPr>
              <p:cNvSpPr txBox="1"/>
              <p:nvPr/>
            </p:nvSpPr>
            <p:spPr>
              <a:xfrm>
                <a:off x="4702225" y="3896518"/>
                <a:ext cx="436594" cy="338682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6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1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601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16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18" name="文本框 717">
                <a:extLst>
                  <a:ext uri="{FF2B5EF4-FFF2-40B4-BE49-F238E27FC236}">
                    <a16:creationId xmlns:a16="http://schemas.microsoft.com/office/drawing/2014/main" id="{F52E9CF7-1AE3-37B4-3412-2CBFFE173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225" y="3896518"/>
                <a:ext cx="436594" cy="33868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" name="矩形 718">
            <a:extLst>
              <a:ext uri="{FF2B5EF4-FFF2-40B4-BE49-F238E27FC236}">
                <a16:creationId xmlns:a16="http://schemas.microsoft.com/office/drawing/2014/main" id="{6A38F93A-A46F-7AF4-24E8-D3001E5F36E0}"/>
              </a:ext>
            </a:extLst>
          </p:cNvPr>
          <p:cNvSpPr/>
          <p:nvPr/>
        </p:nvSpPr>
        <p:spPr>
          <a:xfrm>
            <a:off x="3686478" y="3991065"/>
            <a:ext cx="216000" cy="216000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0" name="文本框 719">
                <a:extLst>
                  <a:ext uri="{FF2B5EF4-FFF2-40B4-BE49-F238E27FC236}">
                    <a16:creationId xmlns:a16="http://schemas.microsoft.com/office/drawing/2014/main" id="{5E54C223-A9E7-F050-BC7D-B82B5EDDDA7E}"/>
                  </a:ext>
                </a:extLst>
              </p:cNvPr>
              <p:cNvSpPr txBox="1"/>
              <p:nvPr/>
            </p:nvSpPr>
            <p:spPr>
              <a:xfrm>
                <a:off x="3607705" y="3941520"/>
                <a:ext cx="34426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1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20" name="文本框 719">
                <a:extLst>
                  <a:ext uri="{FF2B5EF4-FFF2-40B4-BE49-F238E27FC236}">
                    <a16:creationId xmlns:a16="http://schemas.microsoft.com/office/drawing/2014/main" id="{5E54C223-A9E7-F050-BC7D-B82B5EDDD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705" y="3941520"/>
                <a:ext cx="344261" cy="30790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1" name="矩形 720">
            <a:extLst>
              <a:ext uri="{FF2B5EF4-FFF2-40B4-BE49-F238E27FC236}">
                <a16:creationId xmlns:a16="http://schemas.microsoft.com/office/drawing/2014/main" id="{ED39BD66-D5F2-764C-4BB6-4DBD20C439E5}"/>
              </a:ext>
            </a:extLst>
          </p:cNvPr>
          <p:cNvSpPr/>
          <p:nvPr/>
        </p:nvSpPr>
        <p:spPr>
          <a:xfrm>
            <a:off x="6276169" y="3979905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722" name="矩形 721">
            <a:extLst>
              <a:ext uri="{FF2B5EF4-FFF2-40B4-BE49-F238E27FC236}">
                <a16:creationId xmlns:a16="http://schemas.microsoft.com/office/drawing/2014/main" id="{2CACAC84-AE8D-047D-E99D-B53A1A8F8EFF}"/>
              </a:ext>
            </a:extLst>
          </p:cNvPr>
          <p:cNvSpPr/>
          <p:nvPr/>
        </p:nvSpPr>
        <p:spPr>
          <a:xfrm>
            <a:off x="6497256" y="3979905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723" name="矩形 722">
            <a:extLst>
              <a:ext uri="{FF2B5EF4-FFF2-40B4-BE49-F238E27FC236}">
                <a16:creationId xmlns:a16="http://schemas.microsoft.com/office/drawing/2014/main" id="{0DB4B653-DCAE-E930-1344-BB687118509A}"/>
              </a:ext>
            </a:extLst>
          </p:cNvPr>
          <p:cNvSpPr/>
          <p:nvPr/>
        </p:nvSpPr>
        <p:spPr>
          <a:xfrm>
            <a:off x="6944142" y="3979905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724" name="矩形 723">
            <a:extLst>
              <a:ext uri="{FF2B5EF4-FFF2-40B4-BE49-F238E27FC236}">
                <a16:creationId xmlns:a16="http://schemas.microsoft.com/office/drawing/2014/main" id="{B0E6B297-8ED9-C87E-93C8-519F7ED64425}"/>
              </a:ext>
            </a:extLst>
          </p:cNvPr>
          <p:cNvSpPr/>
          <p:nvPr/>
        </p:nvSpPr>
        <p:spPr>
          <a:xfrm>
            <a:off x="7165231" y="3979905"/>
            <a:ext cx="216000" cy="216000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727" name="圆角矩形 19">
            <a:extLst>
              <a:ext uri="{FF2B5EF4-FFF2-40B4-BE49-F238E27FC236}">
                <a16:creationId xmlns:a16="http://schemas.microsoft.com/office/drawing/2014/main" id="{F0078AFB-4CB3-5927-6CED-0B59C5AF3052}"/>
              </a:ext>
            </a:extLst>
          </p:cNvPr>
          <p:cNvSpPr/>
          <p:nvPr/>
        </p:nvSpPr>
        <p:spPr>
          <a:xfrm>
            <a:off x="5957320" y="3930489"/>
            <a:ext cx="1629891" cy="314838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728" name="文本框 727">
            <a:extLst>
              <a:ext uri="{FF2B5EF4-FFF2-40B4-BE49-F238E27FC236}">
                <a16:creationId xmlns:a16="http://schemas.microsoft.com/office/drawing/2014/main" id="{B533244D-2FCB-45EB-4C79-7601A27F0B98}"/>
              </a:ext>
            </a:extLst>
          </p:cNvPr>
          <p:cNvSpPr txBox="1"/>
          <p:nvPr/>
        </p:nvSpPr>
        <p:spPr>
          <a:xfrm>
            <a:off x="6661192" y="3875023"/>
            <a:ext cx="325730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…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9" name="文本框 728">
                <a:extLst>
                  <a:ext uri="{FF2B5EF4-FFF2-40B4-BE49-F238E27FC236}">
                    <a16:creationId xmlns:a16="http://schemas.microsoft.com/office/drawing/2014/main" id="{5A50B924-57DF-FBAA-A2B7-73AFDA13503F}"/>
                  </a:ext>
                </a:extLst>
              </p:cNvPr>
              <p:cNvSpPr txBox="1"/>
              <p:nvPr/>
            </p:nvSpPr>
            <p:spPr>
              <a:xfrm>
                <a:off x="7069285" y="3872082"/>
                <a:ext cx="430566" cy="357598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60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160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60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kumimoji="1" lang="zh-CN" altLang="en-US" sz="16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29" name="文本框 728">
                <a:extLst>
                  <a:ext uri="{FF2B5EF4-FFF2-40B4-BE49-F238E27FC236}">
                    <a16:creationId xmlns:a16="http://schemas.microsoft.com/office/drawing/2014/main" id="{5A50B924-57DF-FBAA-A2B7-73AFDA135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285" y="3872082"/>
                <a:ext cx="430566" cy="357598"/>
              </a:xfrm>
              <a:prstGeom prst="rect">
                <a:avLst/>
              </a:prstGeom>
              <a:blipFill>
                <a:blip r:embed="rId26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5" name="矩形 854">
            <a:extLst>
              <a:ext uri="{FF2B5EF4-FFF2-40B4-BE49-F238E27FC236}">
                <a16:creationId xmlns:a16="http://schemas.microsoft.com/office/drawing/2014/main" id="{15CA5379-76A5-2056-0793-74CE3739E154}"/>
              </a:ext>
            </a:extLst>
          </p:cNvPr>
          <p:cNvSpPr/>
          <p:nvPr/>
        </p:nvSpPr>
        <p:spPr>
          <a:xfrm>
            <a:off x="6055081" y="3979905"/>
            <a:ext cx="216000" cy="216000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2" name="文本框 861">
                <a:extLst>
                  <a:ext uri="{FF2B5EF4-FFF2-40B4-BE49-F238E27FC236}">
                    <a16:creationId xmlns:a16="http://schemas.microsoft.com/office/drawing/2014/main" id="{9F649E6A-5A31-1BDD-CA86-448438AC6B27}"/>
                  </a:ext>
                </a:extLst>
              </p:cNvPr>
              <p:cNvSpPr txBox="1"/>
              <p:nvPr/>
            </p:nvSpPr>
            <p:spPr>
              <a:xfrm>
                <a:off x="5979259" y="3880470"/>
                <a:ext cx="359201" cy="338682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1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zh-CN" altLang="en-US" sz="16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62" name="文本框 861">
                <a:extLst>
                  <a:ext uri="{FF2B5EF4-FFF2-40B4-BE49-F238E27FC236}">
                    <a16:creationId xmlns:a16="http://schemas.microsoft.com/office/drawing/2014/main" id="{9F649E6A-5A31-1BDD-CA86-448438AC6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259" y="3880470"/>
                <a:ext cx="359201" cy="338682"/>
              </a:xfrm>
              <a:prstGeom prst="rect">
                <a:avLst/>
              </a:prstGeom>
              <a:blipFill>
                <a:blip r:embed="rId2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8" name="矩形 877">
            <a:extLst>
              <a:ext uri="{FF2B5EF4-FFF2-40B4-BE49-F238E27FC236}">
                <a16:creationId xmlns:a16="http://schemas.microsoft.com/office/drawing/2014/main" id="{1B36EAB5-AED2-8A6B-0297-EB8CB2BB0FA9}"/>
              </a:ext>
            </a:extLst>
          </p:cNvPr>
          <p:cNvSpPr/>
          <p:nvPr/>
        </p:nvSpPr>
        <p:spPr>
          <a:xfrm>
            <a:off x="1614306" y="5006810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879" name="矩形 878">
            <a:extLst>
              <a:ext uri="{FF2B5EF4-FFF2-40B4-BE49-F238E27FC236}">
                <a16:creationId xmlns:a16="http://schemas.microsoft.com/office/drawing/2014/main" id="{FE92BBD5-162A-E1A0-AB69-8E0FFECAC31C}"/>
              </a:ext>
            </a:extLst>
          </p:cNvPr>
          <p:cNvSpPr/>
          <p:nvPr/>
        </p:nvSpPr>
        <p:spPr>
          <a:xfrm>
            <a:off x="1835395" y="5006810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880" name="矩形 879">
            <a:extLst>
              <a:ext uri="{FF2B5EF4-FFF2-40B4-BE49-F238E27FC236}">
                <a16:creationId xmlns:a16="http://schemas.microsoft.com/office/drawing/2014/main" id="{0D9D8D6A-EADB-2B47-FE1B-A96C37F51FA1}"/>
              </a:ext>
            </a:extLst>
          </p:cNvPr>
          <p:cNvSpPr/>
          <p:nvPr/>
        </p:nvSpPr>
        <p:spPr>
          <a:xfrm>
            <a:off x="2282280" y="5006810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882" name="圆角矩形 19">
            <a:extLst>
              <a:ext uri="{FF2B5EF4-FFF2-40B4-BE49-F238E27FC236}">
                <a16:creationId xmlns:a16="http://schemas.microsoft.com/office/drawing/2014/main" id="{DC929E90-0B94-F4DD-BC2D-A6349BF16A26}"/>
              </a:ext>
            </a:extLst>
          </p:cNvPr>
          <p:cNvSpPr/>
          <p:nvPr/>
        </p:nvSpPr>
        <p:spPr>
          <a:xfrm>
            <a:off x="1546345" y="4957423"/>
            <a:ext cx="1031008" cy="314359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883" name="文本框 882">
            <a:extLst>
              <a:ext uri="{FF2B5EF4-FFF2-40B4-BE49-F238E27FC236}">
                <a16:creationId xmlns:a16="http://schemas.microsoft.com/office/drawing/2014/main" id="{83DACFA4-C667-95E7-81CD-D38ABA66BC18}"/>
              </a:ext>
            </a:extLst>
          </p:cNvPr>
          <p:cNvSpPr txBox="1"/>
          <p:nvPr/>
        </p:nvSpPr>
        <p:spPr>
          <a:xfrm>
            <a:off x="1992070" y="4898294"/>
            <a:ext cx="325730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…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sp>
        <p:nvSpPr>
          <p:cNvPr id="896" name="矩形 895">
            <a:extLst>
              <a:ext uri="{FF2B5EF4-FFF2-40B4-BE49-F238E27FC236}">
                <a16:creationId xmlns:a16="http://schemas.microsoft.com/office/drawing/2014/main" id="{1990C1E3-3E13-B9A3-D3AB-7C41C7A8A993}"/>
              </a:ext>
            </a:extLst>
          </p:cNvPr>
          <p:cNvSpPr/>
          <p:nvPr/>
        </p:nvSpPr>
        <p:spPr>
          <a:xfrm>
            <a:off x="3996868" y="5022984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897" name="矩形 896">
            <a:extLst>
              <a:ext uri="{FF2B5EF4-FFF2-40B4-BE49-F238E27FC236}">
                <a16:creationId xmlns:a16="http://schemas.microsoft.com/office/drawing/2014/main" id="{C03A1574-FC3D-43DF-C539-E1F95BC000EF}"/>
              </a:ext>
            </a:extLst>
          </p:cNvPr>
          <p:cNvSpPr/>
          <p:nvPr/>
        </p:nvSpPr>
        <p:spPr>
          <a:xfrm>
            <a:off x="4217956" y="5022984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898" name="矩形 897">
            <a:extLst>
              <a:ext uri="{FF2B5EF4-FFF2-40B4-BE49-F238E27FC236}">
                <a16:creationId xmlns:a16="http://schemas.microsoft.com/office/drawing/2014/main" id="{1DB1E913-FB99-D9B3-169A-DDC5D01E3C25}"/>
              </a:ext>
            </a:extLst>
          </p:cNvPr>
          <p:cNvSpPr/>
          <p:nvPr/>
        </p:nvSpPr>
        <p:spPr>
          <a:xfrm>
            <a:off x="4664842" y="5022984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904" name="圆角矩形 19">
            <a:extLst>
              <a:ext uri="{FF2B5EF4-FFF2-40B4-BE49-F238E27FC236}">
                <a16:creationId xmlns:a16="http://schemas.microsoft.com/office/drawing/2014/main" id="{9A7791D0-1534-673A-C3B5-724047412A11}"/>
              </a:ext>
            </a:extLst>
          </p:cNvPr>
          <p:cNvSpPr/>
          <p:nvPr/>
        </p:nvSpPr>
        <p:spPr>
          <a:xfrm>
            <a:off x="3928905" y="4973598"/>
            <a:ext cx="1031008" cy="314359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905" name="文本框 904">
            <a:extLst>
              <a:ext uri="{FF2B5EF4-FFF2-40B4-BE49-F238E27FC236}">
                <a16:creationId xmlns:a16="http://schemas.microsoft.com/office/drawing/2014/main" id="{99E7B4B0-434C-B930-1D32-D8D053EDE6B4}"/>
              </a:ext>
            </a:extLst>
          </p:cNvPr>
          <p:cNvSpPr txBox="1"/>
          <p:nvPr/>
        </p:nvSpPr>
        <p:spPr>
          <a:xfrm>
            <a:off x="4374635" y="4914469"/>
            <a:ext cx="325730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…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sp>
        <p:nvSpPr>
          <p:cNvPr id="906" name="矩形 905">
            <a:extLst>
              <a:ext uri="{FF2B5EF4-FFF2-40B4-BE49-F238E27FC236}">
                <a16:creationId xmlns:a16="http://schemas.microsoft.com/office/drawing/2014/main" id="{8D6987C0-3763-1729-DE3A-E8407971F243}"/>
              </a:ext>
            </a:extLst>
          </p:cNvPr>
          <p:cNvSpPr/>
          <p:nvPr/>
        </p:nvSpPr>
        <p:spPr>
          <a:xfrm>
            <a:off x="6289106" y="5029022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910" name="矩形 909">
            <a:extLst>
              <a:ext uri="{FF2B5EF4-FFF2-40B4-BE49-F238E27FC236}">
                <a16:creationId xmlns:a16="http://schemas.microsoft.com/office/drawing/2014/main" id="{1837231B-D28A-370F-2582-5C18099694A0}"/>
              </a:ext>
            </a:extLst>
          </p:cNvPr>
          <p:cNvSpPr/>
          <p:nvPr/>
        </p:nvSpPr>
        <p:spPr>
          <a:xfrm>
            <a:off x="6510194" y="5029022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911" name="矩形 910">
            <a:extLst>
              <a:ext uri="{FF2B5EF4-FFF2-40B4-BE49-F238E27FC236}">
                <a16:creationId xmlns:a16="http://schemas.microsoft.com/office/drawing/2014/main" id="{0680AF6D-C06C-EC86-ACE8-0678017180CA}"/>
              </a:ext>
            </a:extLst>
          </p:cNvPr>
          <p:cNvSpPr/>
          <p:nvPr/>
        </p:nvSpPr>
        <p:spPr>
          <a:xfrm>
            <a:off x="6957076" y="5029022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914" name="圆角矩形 19">
            <a:extLst>
              <a:ext uri="{FF2B5EF4-FFF2-40B4-BE49-F238E27FC236}">
                <a16:creationId xmlns:a16="http://schemas.microsoft.com/office/drawing/2014/main" id="{A0BE89DF-B1CD-C2BF-C860-3312D4C694A6}"/>
              </a:ext>
            </a:extLst>
          </p:cNvPr>
          <p:cNvSpPr/>
          <p:nvPr/>
        </p:nvSpPr>
        <p:spPr>
          <a:xfrm>
            <a:off x="6221146" y="4979640"/>
            <a:ext cx="1031008" cy="314359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601">
              <a:cs typeface="Arial" panose="020B0604020202020204" pitchFamily="34" charset="0"/>
            </a:endParaRPr>
          </a:p>
        </p:txBody>
      </p:sp>
      <p:sp>
        <p:nvSpPr>
          <p:cNvPr id="915" name="文本框 914">
            <a:extLst>
              <a:ext uri="{FF2B5EF4-FFF2-40B4-BE49-F238E27FC236}">
                <a16:creationId xmlns:a16="http://schemas.microsoft.com/office/drawing/2014/main" id="{83711C63-4E34-D85B-9D69-F8ECEB053A07}"/>
              </a:ext>
            </a:extLst>
          </p:cNvPr>
          <p:cNvSpPr txBox="1"/>
          <p:nvPr/>
        </p:nvSpPr>
        <p:spPr>
          <a:xfrm>
            <a:off x="6666872" y="4920508"/>
            <a:ext cx="325730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…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0C24311C-61F2-07A7-9150-2CE3942407AF}"/>
              </a:ext>
            </a:extLst>
          </p:cNvPr>
          <p:cNvSpPr/>
          <p:nvPr/>
        </p:nvSpPr>
        <p:spPr>
          <a:xfrm>
            <a:off x="4862642" y="2068413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058" name="矩形 1057">
            <a:extLst>
              <a:ext uri="{FF2B5EF4-FFF2-40B4-BE49-F238E27FC236}">
                <a16:creationId xmlns:a16="http://schemas.microsoft.com/office/drawing/2014/main" id="{6A46CDF1-1794-E160-D7D2-50E5C0E3B686}"/>
              </a:ext>
            </a:extLst>
          </p:cNvPr>
          <p:cNvSpPr/>
          <p:nvPr/>
        </p:nvSpPr>
        <p:spPr>
          <a:xfrm>
            <a:off x="5083730" y="2068413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059" name="矩形 1058">
            <a:extLst>
              <a:ext uri="{FF2B5EF4-FFF2-40B4-BE49-F238E27FC236}">
                <a16:creationId xmlns:a16="http://schemas.microsoft.com/office/drawing/2014/main" id="{CC56923D-CDFB-14F2-9F31-2FF5A13528E5}"/>
              </a:ext>
            </a:extLst>
          </p:cNvPr>
          <p:cNvSpPr/>
          <p:nvPr/>
        </p:nvSpPr>
        <p:spPr>
          <a:xfrm>
            <a:off x="5530616" y="2068413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060" name="矩形 1059">
            <a:extLst>
              <a:ext uri="{FF2B5EF4-FFF2-40B4-BE49-F238E27FC236}">
                <a16:creationId xmlns:a16="http://schemas.microsoft.com/office/drawing/2014/main" id="{E138487D-FD63-EE1F-5354-6B96DE4D3ECF}"/>
              </a:ext>
            </a:extLst>
          </p:cNvPr>
          <p:cNvSpPr/>
          <p:nvPr/>
        </p:nvSpPr>
        <p:spPr>
          <a:xfrm>
            <a:off x="5751705" y="2068413"/>
            <a:ext cx="216000" cy="216000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1061" name="圆角矩形 19">
            <a:extLst>
              <a:ext uri="{FF2B5EF4-FFF2-40B4-BE49-F238E27FC236}">
                <a16:creationId xmlns:a16="http://schemas.microsoft.com/office/drawing/2014/main" id="{B6F4A6F6-BDDD-8733-93A3-7F02EADEEC05}"/>
              </a:ext>
            </a:extLst>
          </p:cNvPr>
          <p:cNvSpPr/>
          <p:nvPr/>
        </p:nvSpPr>
        <p:spPr>
          <a:xfrm>
            <a:off x="4599473" y="2018996"/>
            <a:ext cx="1427525" cy="314838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064" name="文本框 1063">
            <a:extLst>
              <a:ext uri="{FF2B5EF4-FFF2-40B4-BE49-F238E27FC236}">
                <a16:creationId xmlns:a16="http://schemas.microsoft.com/office/drawing/2014/main" id="{CA94F927-21AA-5C87-5304-82E35009B124}"/>
              </a:ext>
            </a:extLst>
          </p:cNvPr>
          <p:cNvSpPr txBox="1"/>
          <p:nvPr/>
        </p:nvSpPr>
        <p:spPr>
          <a:xfrm>
            <a:off x="5266307" y="1978956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5" name="文本框 1064">
                <a:extLst>
                  <a:ext uri="{FF2B5EF4-FFF2-40B4-BE49-F238E27FC236}">
                    <a16:creationId xmlns:a16="http://schemas.microsoft.com/office/drawing/2014/main" id="{6D3EF010-626F-829E-DA51-0CF438954B1D}"/>
                  </a:ext>
                </a:extLst>
              </p:cNvPr>
              <p:cNvSpPr txBox="1"/>
              <p:nvPr/>
            </p:nvSpPr>
            <p:spPr>
              <a:xfrm>
                <a:off x="5670365" y="1993645"/>
                <a:ext cx="39748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65" name="文本框 1064">
                <a:extLst>
                  <a:ext uri="{FF2B5EF4-FFF2-40B4-BE49-F238E27FC236}">
                    <a16:creationId xmlns:a16="http://schemas.microsoft.com/office/drawing/2014/main" id="{6D3EF010-626F-829E-DA51-0CF438954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365" y="1993645"/>
                <a:ext cx="397481" cy="3079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6" name="矩形 1065">
            <a:extLst>
              <a:ext uri="{FF2B5EF4-FFF2-40B4-BE49-F238E27FC236}">
                <a16:creationId xmlns:a16="http://schemas.microsoft.com/office/drawing/2014/main" id="{5378568D-0E54-0ACD-83B0-E9AE52623297}"/>
              </a:ext>
            </a:extLst>
          </p:cNvPr>
          <p:cNvSpPr/>
          <p:nvPr/>
        </p:nvSpPr>
        <p:spPr>
          <a:xfrm>
            <a:off x="4641556" y="2068413"/>
            <a:ext cx="216000" cy="216000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7" name="文本框 1066">
                <a:extLst>
                  <a:ext uri="{FF2B5EF4-FFF2-40B4-BE49-F238E27FC236}">
                    <a16:creationId xmlns:a16="http://schemas.microsoft.com/office/drawing/2014/main" id="{82B44BB0-0891-8663-E3D1-B50B9264709F}"/>
                  </a:ext>
                </a:extLst>
              </p:cNvPr>
              <p:cNvSpPr txBox="1"/>
              <p:nvPr/>
            </p:nvSpPr>
            <p:spPr>
              <a:xfrm>
                <a:off x="4565729" y="2027942"/>
                <a:ext cx="34426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1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67" name="文本框 1066">
                <a:extLst>
                  <a:ext uri="{FF2B5EF4-FFF2-40B4-BE49-F238E27FC236}">
                    <a16:creationId xmlns:a16="http://schemas.microsoft.com/office/drawing/2014/main" id="{82B44BB0-0891-8663-E3D1-B50B92647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729" y="2027942"/>
                <a:ext cx="344261" cy="30790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0" name="直线箭头连接符 57">
            <a:extLst>
              <a:ext uri="{FF2B5EF4-FFF2-40B4-BE49-F238E27FC236}">
                <a16:creationId xmlns:a16="http://schemas.microsoft.com/office/drawing/2014/main" id="{FCB8B1D3-AE18-6DF0-78C1-3C9C36D404EF}"/>
              </a:ext>
            </a:extLst>
          </p:cNvPr>
          <p:cNvCxnSpPr>
            <a:cxnSpLocks/>
          </p:cNvCxnSpPr>
          <p:nvPr/>
        </p:nvCxnSpPr>
        <p:spPr>
          <a:xfrm flipV="1">
            <a:off x="7002390" y="2849526"/>
            <a:ext cx="0" cy="1997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6" name="直线箭头连接符 57">
            <a:extLst>
              <a:ext uri="{FF2B5EF4-FFF2-40B4-BE49-F238E27FC236}">
                <a16:creationId xmlns:a16="http://schemas.microsoft.com/office/drawing/2014/main" id="{4BF0EE65-17AC-2044-E496-779A657245BD}"/>
              </a:ext>
            </a:extLst>
          </p:cNvPr>
          <p:cNvCxnSpPr>
            <a:cxnSpLocks/>
          </p:cNvCxnSpPr>
          <p:nvPr/>
        </p:nvCxnSpPr>
        <p:spPr>
          <a:xfrm flipV="1">
            <a:off x="8488436" y="2835250"/>
            <a:ext cx="580" cy="2140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2" name="直线箭头连接符 57">
            <a:extLst>
              <a:ext uri="{FF2B5EF4-FFF2-40B4-BE49-F238E27FC236}">
                <a16:creationId xmlns:a16="http://schemas.microsoft.com/office/drawing/2014/main" id="{64D995BC-B903-FEC4-5D84-82FD4E7263AC}"/>
              </a:ext>
            </a:extLst>
          </p:cNvPr>
          <p:cNvCxnSpPr>
            <a:cxnSpLocks/>
            <a:endCxn id="1098" idx="2"/>
          </p:cNvCxnSpPr>
          <p:nvPr/>
        </p:nvCxnSpPr>
        <p:spPr>
          <a:xfrm flipV="1">
            <a:off x="6996797" y="2328119"/>
            <a:ext cx="0" cy="2079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3" name="矩形 1092">
            <a:extLst>
              <a:ext uri="{FF2B5EF4-FFF2-40B4-BE49-F238E27FC236}">
                <a16:creationId xmlns:a16="http://schemas.microsoft.com/office/drawing/2014/main" id="{ABC43EBB-4EF5-638C-7700-6D28C14BD37A}"/>
              </a:ext>
            </a:extLst>
          </p:cNvPr>
          <p:cNvSpPr/>
          <p:nvPr/>
        </p:nvSpPr>
        <p:spPr>
          <a:xfrm>
            <a:off x="6546240" y="2062699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095" name="矩形 1094">
            <a:extLst>
              <a:ext uri="{FF2B5EF4-FFF2-40B4-BE49-F238E27FC236}">
                <a16:creationId xmlns:a16="http://schemas.microsoft.com/office/drawing/2014/main" id="{2FB8FB02-9EA6-45A7-1819-DE393B8F11DC}"/>
              </a:ext>
            </a:extLst>
          </p:cNvPr>
          <p:cNvSpPr/>
          <p:nvPr/>
        </p:nvSpPr>
        <p:spPr>
          <a:xfrm>
            <a:off x="6767330" y="2062699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096" name="矩形 1095">
            <a:extLst>
              <a:ext uri="{FF2B5EF4-FFF2-40B4-BE49-F238E27FC236}">
                <a16:creationId xmlns:a16="http://schemas.microsoft.com/office/drawing/2014/main" id="{B22BA36A-CD98-66A1-7D0D-11E47CA02C74}"/>
              </a:ext>
            </a:extLst>
          </p:cNvPr>
          <p:cNvSpPr/>
          <p:nvPr/>
        </p:nvSpPr>
        <p:spPr>
          <a:xfrm>
            <a:off x="7214215" y="2062699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097" name="矩形 1096">
            <a:extLst>
              <a:ext uri="{FF2B5EF4-FFF2-40B4-BE49-F238E27FC236}">
                <a16:creationId xmlns:a16="http://schemas.microsoft.com/office/drawing/2014/main" id="{F30EA044-B7E8-823E-0DA3-3C2FEBDACF7B}"/>
              </a:ext>
            </a:extLst>
          </p:cNvPr>
          <p:cNvSpPr/>
          <p:nvPr/>
        </p:nvSpPr>
        <p:spPr>
          <a:xfrm>
            <a:off x="7435303" y="2062699"/>
            <a:ext cx="216000" cy="216000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1098" name="圆角矩形 19">
            <a:extLst>
              <a:ext uri="{FF2B5EF4-FFF2-40B4-BE49-F238E27FC236}">
                <a16:creationId xmlns:a16="http://schemas.microsoft.com/office/drawing/2014/main" id="{65DAE92E-5992-0B70-FA7D-807E491F61B1}"/>
              </a:ext>
            </a:extLst>
          </p:cNvPr>
          <p:cNvSpPr/>
          <p:nvPr/>
        </p:nvSpPr>
        <p:spPr>
          <a:xfrm>
            <a:off x="6283072" y="2013280"/>
            <a:ext cx="1427525" cy="314838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099" name="文本框 1098">
            <a:extLst>
              <a:ext uri="{FF2B5EF4-FFF2-40B4-BE49-F238E27FC236}">
                <a16:creationId xmlns:a16="http://schemas.microsoft.com/office/drawing/2014/main" id="{C8F8D6DA-40F0-42F0-064E-F0450BD010FE}"/>
              </a:ext>
            </a:extLst>
          </p:cNvPr>
          <p:cNvSpPr txBox="1"/>
          <p:nvPr/>
        </p:nvSpPr>
        <p:spPr>
          <a:xfrm>
            <a:off x="6949908" y="1973235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0" name="文本框 1099">
                <a:extLst>
                  <a:ext uri="{FF2B5EF4-FFF2-40B4-BE49-F238E27FC236}">
                    <a16:creationId xmlns:a16="http://schemas.microsoft.com/office/drawing/2014/main" id="{77647742-CD5B-663E-CAB1-AF810359FF6D}"/>
                  </a:ext>
                </a:extLst>
              </p:cNvPr>
              <p:cNvSpPr txBox="1"/>
              <p:nvPr/>
            </p:nvSpPr>
            <p:spPr>
              <a:xfrm>
                <a:off x="7337618" y="1987925"/>
                <a:ext cx="403892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00" name="文本框 1099">
                <a:extLst>
                  <a:ext uri="{FF2B5EF4-FFF2-40B4-BE49-F238E27FC236}">
                    <a16:creationId xmlns:a16="http://schemas.microsoft.com/office/drawing/2014/main" id="{77647742-CD5B-663E-CAB1-AF810359F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618" y="1987925"/>
                <a:ext cx="403892" cy="30790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1" name="矩形 1100">
            <a:extLst>
              <a:ext uri="{FF2B5EF4-FFF2-40B4-BE49-F238E27FC236}">
                <a16:creationId xmlns:a16="http://schemas.microsoft.com/office/drawing/2014/main" id="{93FDFAF5-FE9E-550F-1D3B-4C64A41BB9DE}"/>
              </a:ext>
            </a:extLst>
          </p:cNvPr>
          <p:cNvSpPr/>
          <p:nvPr/>
        </p:nvSpPr>
        <p:spPr>
          <a:xfrm>
            <a:off x="6325154" y="2062699"/>
            <a:ext cx="216000" cy="216000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2" name="文本框 1101">
                <a:extLst>
                  <a:ext uri="{FF2B5EF4-FFF2-40B4-BE49-F238E27FC236}">
                    <a16:creationId xmlns:a16="http://schemas.microsoft.com/office/drawing/2014/main" id="{D5BA6EA2-0473-CD2D-FB33-B6C5BE001CEF}"/>
                  </a:ext>
                </a:extLst>
              </p:cNvPr>
              <p:cNvSpPr txBox="1"/>
              <p:nvPr/>
            </p:nvSpPr>
            <p:spPr>
              <a:xfrm>
                <a:off x="6249329" y="2022223"/>
                <a:ext cx="34426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1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02" name="文本框 1101">
                <a:extLst>
                  <a:ext uri="{FF2B5EF4-FFF2-40B4-BE49-F238E27FC236}">
                    <a16:creationId xmlns:a16="http://schemas.microsoft.com/office/drawing/2014/main" id="{D5BA6EA2-0473-CD2D-FB33-B6C5BE001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329" y="2022223"/>
                <a:ext cx="344261" cy="30790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3" name="文本框 1102">
            <a:extLst>
              <a:ext uri="{FF2B5EF4-FFF2-40B4-BE49-F238E27FC236}">
                <a16:creationId xmlns:a16="http://schemas.microsoft.com/office/drawing/2014/main" id="{7A25C34C-08AF-6419-61B2-F474640482E9}"/>
              </a:ext>
            </a:extLst>
          </p:cNvPr>
          <p:cNvSpPr txBox="1"/>
          <p:nvPr/>
        </p:nvSpPr>
        <p:spPr>
          <a:xfrm>
            <a:off x="5985131" y="1969674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1106" name="矩形 1105">
            <a:extLst>
              <a:ext uri="{FF2B5EF4-FFF2-40B4-BE49-F238E27FC236}">
                <a16:creationId xmlns:a16="http://schemas.microsoft.com/office/drawing/2014/main" id="{97DB0036-A9B6-79C6-3969-A4757B0E2474}"/>
              </a:ext>
            </a:extLst>
          </p:cNvPr>
          <p:cNvSpPr/>
          <p:nvPr/>
        </p:nvSpPr>
        <p:spPr>
          <a:xfrm>
            <a:off x="8042236" y="2051790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107" name="矩形 1106">
            <a:extLst>
              <a:ext uri="{FF2B5EF4-FFF2-40B4-BE49-F238E27FC236}">
                <a16:creationId xmlns:a16="http://schemas.microsoft.com/office/drawing/2014/main" id="{0BF7738B-024C-9934-EF8A-9BAB951B879A}"/>
              </a:ext>
            </a:extLst>
          </p:cNvPr>
          <p:cNvSpPr/>
          <p:nvPr/>
        </p:nvSpPr>
        <p:spPr>
          <a:xfrm>
            <a:off x="8263322" y="2051790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108" name="矩形 1107">
            <a:extLst>
              <a:ext uri="{FF2B5EF4-FFF2-40B4-BE49-F238E27FC236}">
                <a16:creationId xmlns:a16="http://schemas.microsoft.com/office/drawing/2014/main" id="{BCE6CE3E-5504-839E-AD1D-8711F66C10C8}"/>
              </a:ext>
            </a:extLst>
          </p:cNvPr>
          <p:cNvSpPr/>
          <p:nvPr/>
        </p:nvSpPr>
        <p:spPr>
          <a:xfrm>
            <a:off x="8710206" y="2051790"/>
            <a:ext cx="216000" cy="216000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6D9E6005-0022-B453-37FD-EDE933A23569}"/>
              </a:ext>
            </a:extLst>
          </p:cNvPr>
          <p:cNvSpPr/>
          <p:nvPr/>
        </p:nvSpPr>
        <p:spPr>
          <a:xfrm>
            <a:off x="8931296" y="2051790"/>
            <a:ext cx="216000" cy="216000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1110" name="圆角矩形 19">
            <a:extLst>
              <a:ext uri="{FF2B5EF4-FFF2-40B4-BE49-F238E27FC236}">
                <a16:creationId xmlns:a16="http://schemas.microsoft.com/office/drawing/2014/main" id="{C026C5E7-96AB-F63C-DCE1-5B039C4B9338}"/>
              </a:ext>
            </a:extLst>
          </p:cNvPr>
          <p:cNvSpPr/>
          <p:nvPr/>
        </p:nvSpPr>
        <p:spPr>
          <a:xfrm>
            <a:off x="7767276" y="2006470"/>
            <a:ext cx="1448940" cy="317801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1111" name="文本框 1110">
            <a:extLst>
              <a:ext uri="{FF2B5EF4-FFF2-40B4-BE49-F238E27FC236}">
                <a16:creationId xmlns:a16="http://schemas.microsoft.com/office/drawing/2014/main" id="{96D1325E-3BAF-3C36-AF21-BEE71C2BF5C7}"/>
              </a:ext>
            </a:extLst>
          </p:cNvPr>
          <p:cNvSpPr txBox="1"/>
          <p:nvPr/>
        </p:nvSpPr>
        <p:spPr>
          <a:xfrm>
            <a:off x="8424124" y="1962326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2" name="文本框 1111">
                <a:extLst>
                  <a:ext uri="{FF2B5EF4-FFF2-40B4-BE49-F238E27FC236}">
                    <a16:creationId xmlns:a16="http://schemas.microsoft.com/office/drawing/2014/main" id="{088FA2F6-50E8-6DDE-C9E6-3AC8A1B02DEC}"/>
                  </a:ext>
                </a:extLst>
              </p:cNvPr>
              <p:cNvSpPr txBox="1"/>
              <p:nvPr/>
            </p:nvSpPr>
            <p:spPr>
              <a:xfrm>
                <a:off x="8832511" y="1968749"/>
                <a:ext cx="399212" cy="32438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12" name="文本框 1111">
                <a:extLst>
                  <a:ext uri="{FF2B5EF4-FFF2-40B4-BE49-F238E27FC236}">
                    <a16:creationId xmlns:a16="http://schemas.microsoft.com/office/drawing/2014/main" id="{088FA2F6-50E8-6DDE-C9E6-3AC8A1B02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511" y="1968749"/>
                <a:ext cx="399212" cy="32438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3" name="矩形 1112">
            <a:extLst>
              <a:ext uri="{FF2B5EF4-FFF2-40B4-BE49-F238E27FC236}">
                <a16:creationId xmlns:a16="http://schemas.microsoft.com/office/drawing/2014/main" id="{2098EDE2-B37F-4765-1C16-B3AA64F9EA33}"/>
              </a:ext>
            </a:extLst>
          </p:cNvPr>
          <p:cNvSpPr/>
          <p:nvPr/>
        </p:nvSpPr>
        <p:spPr>
          <a:xfrm>
            <a:off x="7821148" y="2051790"/>
            <a:ext cx="216000" cy="216000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4" name="文本框 1113">
                <a:extLst>
                  <a:ext uri="{FF2B5EF4-FFF2-40B4-BE49-F238E27FC236}">
                    <a16:creationId xmlns:a16="http://schemas.microsoft.com/office/drawing/2014/main" id="{7529B4A2-C948-0931-2192-825B928B9C41}"/>
                  </a:ext>
                </a:extLst>
              </p:cNvPr>
              <p:cNvSpPr txBox="1"/>
              <p:nvPr/>
            </p:nvSpPr>
            <p:spPr>
              <a:xfrm>
                <a:off x="7745324" y="1981385"/>
                <a:ext cx="335989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1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zh-CN" altLang="en-US" sz="14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14" name="文本框 1113">
                <a:extLst>
                  <a:ext uri="{FF2B5EF4-FFF2-40B4-BE49-F238E27FC236}">
                    <a16:creationId xmlns:a16="http://schemas.microsoft.com/office/drawing/2014/main" id="{7529B4A2-C948-0931-2192-825B928B9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324" y="1981385"/>
                <a:ext cx="335989" cy="30790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5" name="直线箭头连接符 57">
            <a:extLst>
              <a:ext uri="{FF2B5EF4-FFF2-40B4-BE49-F238E27FC236}">
                <a16:creationId xmlns:a16="http://schemas.microsoft.com/office/drawing/2014/main" id="{6642B1ED-3945-4D79-96D9-D57A03AFE5E1}"/>
              </a:ext>
            </a:extLst>
          </p:cNvPr>
          <p:cNvCxnSpPr>
            <a:cxnSpLocks/>
          </p:cNvCxnSpPr>
          <p:nvPr/>
        </p:nvCxnSpPr>
        <p:spPr>
          <a:xfrm flipV="1">
            <a:off x="8488436" y="2316564"/>
            <a:ext cx="0" cy="2079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7" name="肘形连接符 5">
            <a:extLst>
              <a:ext uri="{FF2B5EF4-FFF2-40B4-BE49-F238E27FC236}">
                <a16:creationId xmlns:a16="http://schemas.microsoft.com/office/drawing/2014/main" id="{DDB5D21D-9B27-13BC-DDDC-592ADE6D89CC}"/>
              </a:ext>
            </a:extLst>
          </p:cNvPr>
          <p:cNvCxnSpPr>
            <a:cxnSpLocks/>
            <a:stCxn id="101" idx="3"/>
            <a:endCxn id="489" idx="1"/>
          </p:cNvCxnSpPr>
          <p:nvPr/>
        </p:nvCxnSpPr>
        <p:spPr>
          <a:xfrm>
            <a:off x="2845410" y="715306"/>
            <a:ext cx="1929759" cy="2769326"/>
          </a:xfrm>
          <a:prstGeom prst="bentConnector3">
            <a:avLst>
              <a:gd name="adj1" fmla="val 82986"/>
            </a:avLst>
          </a:prstGeom>
          <a:ln w="19050" cmpd="sng">
            <a:solidFill>
              <a:srgbClr val="9E00FE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158E050-6BC7-6E21-AF13-6F47A80907D4}"/>
              </a:ext>
            </a:extLst>
          </p:cNvPr>
          <p:cNvSpPr txBox="1"/>
          <p:nvPr/>
        </p:nvSpPr>
        <p:spPr>
          <a:xfrm>
            <a:off x="4291158" y="3880470"/>
            <a:ext cx="325730" cy="33868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601" dirty="0">
                <a:cs typeface="Arial" panose="020B0604020202020204" pitchFamily="34" charset="0"/>
              </a:rPr>
              <a:t>…</a:t>
            </a:r>
            <a:endParaRPr kumimoji="1" lang="zh-CN" altLang="en-US" sz="1601" dirty="0">
              <a:cs typeface="Arial" panose="020B0604020202020204" pitchFamily="34" charset="0"/>
            </a:endParaRPr>
          </a:p>
        </p:txBody>
      </p:sp>
      <p:sp>
        <p:nvSpPr>
          <p:cNvPr id="9" name="圆角矩形 74">
            <a:extLst>
              <a:ext uri="{FF2B5EF4-FFF2-40B4-BE49-F238E27FC236}">
                <a16:creationId xmlns:a16="http://schemas.microsoft.com/office/drawing/2014/main" id="{E76345DD-3941-64CE-54B8-00B5CF8185F7}"/>
              </a:ext>
            </a:extLst>
          </p:cNvPr>
          <p:cNvSpPr/>
          <p:nvPr/>
        </p:nvSpPr>
        <p:spPr>
          <a:xfrm>
            <a:off x="685937" y="2231787"/>
            <a:ext cx="3554943" cy="448407"/>
          </a:xfrm>
          <a:prstGeom prst="roundRect">
            <a:avLst>
              <a:gd name="adj" fmla="val 2789"/>
            </a:avLst>
          </a:prstGeom>
          <a:solidFill>
            <a:srgbClr val="F1E1CA"/>
          </a:solidFill>
          <a:ln w="63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endParaRPr kumimoji="1" lang="zh-CN" alt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1" name="直线箭头连接符 57">
            <a:extLst>
              <a:ext uri="{FF2B5EF4-FFF2-40B4-BE49-F238E27FC236}">
                <a16:creationId xmlns:a16="http://schemas.microsoft.com/office/drawing/2014/main" id="{A1991D79-09CF-D633-9B6D-49D664506DF1}"/>
              </a:ext>
            </a:extLst>
          </p:cNvPr>
          <p:cNvCxnSpPr>
            <a:cxnSpLocks/>
          </p:cNvCxnSpPr>
          <p:nvPr/>
        </p:nvCxnSpPr>
        <p:spPr>
          <a:xfrm flipV="1">
            <a:off x="1190153" y="1809963"/>
            <a:ext cx="0" cy="4168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F894366-D8AE-C647-54AD-DE7B3FB20D55}"/>
              </a:ext>
            </a:extLst>
          </p:cNvPr>
          <p:cNvGrpSpPr/>
          <p:nvPr/>
        </p:nvGrpSpPr>
        <p:grpSpPr>
          <a:xfrm>
            <a:off x="765672" y="1497216"/>
            <a:ext cx="821746" cy="312730"/>
            <a:chOff x="495425" y="4486078"/>
            <a:chExt cx="821746" cy="312730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6A6A05A-1B3C-196F-26E1-972510AA5A58}"/>
                </a:ext>
              </a:extLst>
            </p:cNvPr>
            <p:cNvSpPr txBox="1"/>
            <p:nvPr/>
          </p:nvSpPr>
          <p:spPr>
            <a:xfrm>
              <a:off x="495425" y="4527435"/>
              <a:ext cx="821746" cy="271373"/>
            </a:xfrm>
            <a:prstGeom prst="rect">
              <a:avLst/>
            </a:prstGeom>
            <a:solidFill>
              <a:srgbClr val="B300FE">
                <a:alpha val="20000"/>
              </a:srgbClr>
            </a:solidFill>
          </p:spPr>
          <p:txBody>
            <a:bodyPr wrap="square" rtlCol="0" anchor="ctr">
              <a:noAutofit/>
            </a:bodyPr>
            <a:lstStyle/>
            <a:p>
              <a:endParaRPr kumimoji="1" lang="zh-CN" altLang="en-US" sz="1601" dirty="0"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BF6C3E-54D1-B444-3147-929DF25E038E}"/>
                    </a:ext>
                  </a:extLst>
                </p:cNvPr>
                <p:cNvSpPr txBox="1"/>
                <p:nvPr/>
              </p:nvSpPr>
              <p:spPr>
                <a:xfrm>
                  <a:off x="514260" y="4486568"/>
                  <a:ext cx="240571" cy="30790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40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1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CN" sz="1401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BF6C3E-54D1-B444-3147-929DF25E03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60" y="4486568"/>
                  <a:ext cx="240571" cy="307905"/>
                </a:xfrm>
                <a:prstGeom prst="rect">
                  <a:avLst/>
                </a:prstGeom>
                <a:blipFill>
                  <a:blip r:embed="rId34"/>
                  <a:stretch>
                    <a:fillRect r="-128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37FBFF7-9C71-1A6B-2957-456040F39166}"/>
                    </a:ext>
                  </a:extLst>
                </p:cNvPr>
                <p:cNvSpPr txBox="1"/>
                <p:nvPr/>
              </p:nvSpPr>
              <p:spPr>
                <a:xfrm>
                  <a:off x="926124" y="4486078"/>
                  <a:ext cx="249434" cy="30790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140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40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37FBFF7-9C71-1A6B-2957-456040F39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24" y="4486078"/>
                  <a:ext cx="249434" cy="307905"/>
                </a:xfrm>
                <a:prstGeom prst="rect">
                  <a:avLst/>
                </a:prstGeom>
                <a:blipFill>
                  <a:blip r:embed="rId35"/>
                  <a:stretch>
                    <a:fillRect r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ED80383-8B52-CF6D-DD43-C88A153FA657}"/>
                    </a:ext>
                  </a:extLst>
                </p:cNvPr>
                <p:cNvSpPr txBox="1"/>
                <p:nvPr/>
              </p:nvSpPr>
              <p:spPr>
                <a:xfrm>
                  <a:off x="706413" y="4559309"/>
                  <a:ext cx="321063" cy="14752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40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40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ED80383-8B52-CF6D-DD43-C88A153FA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13" y="4559309"/>
                  <a:ext cx="321063" cy="147520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757897A-0B52-9AAE-99C6-9AC9B63B1234}"/>
              </a:ext>
            </a:extLst>
          </p:cNvPr>
          <p:cNvGrpSpPr/>
          <p:nvPr/>
        </p:nvGrpSpPr>
        <p:grpSpPr>
          <a:xfrm>
            <a:off x="1942272" y="1497711"/>
            <a:ext cx="821746" cy="315033"/>
            <a:chOff x="1894135" y="4497386"/>
            <a:chExt cx="821746" cy="315033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4CF9A17-16CF-DEC3-8471-081FAA45059F}"/>
                </a:ext>
              </a:extLst>
            </p:cNvPr>
            <p:cNvSpPr txBox="1"/>
            <p:nvPr/>
          </p:nvSpPr>
          <p:spPr>
            <a:xfrm>
              <a:off x="1894135" y="4538253"/>
              <a:ext cx="821746" cy="271373"/>
            </a:xfrm>
            <a:prstGeom prst="rect">
              <a:avLst/>
            </a:prstGeom>
            <a:solidFill>
              <a:srgbClr val="B300FE">
                <a:alpha val="20000"/>
              </a:srgbClr>
            </a:solidFill>
          </p:spPr>
          <p:txBody>
            <a:bodyPr wrap="square" rtlCol="0" anchor="ctr">
              <a:noAutofit/>
            </a:bodyPr>
            <a:lstStyle/>
            <a:p>
              <a:endParaRPr kumimoji="1" lang="zh-CN" altLang="en-US" sz="1601" dirty="0"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917C396-498C-DAEE-3EA8-27B4AF811FE7}"/>
                    </a:ext>
                  </a:extLst>
                </p:cNvPr>
                <p:cNvSpPr txBox="1"/>
                <p:nvPr/>
              </p:nvSpPr>
              <p:spPr>
                <a:xfrm>
                  <a:off x="1912970" y="4497386"/>
                  <a:ext cx="240571" cy="30790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40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401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401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917C396-498C-DAEE-3EA8-27B4AF811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970" y="4497386"/>
                  <a:ext cx="240571" cy="307905"/>
                </a:xfrm>
                <a:prstGeom prst="rect">
                  <a:avLst/>
                </a:prstGeom>
                <a:blipFill>
                  <a:blip r:embed="rId47"/>
                  <a:stretch>
                    <a:fillRect r="-179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9D5529C-6423-DCF6-667A-716FE7E6D038}"/>
                    </a:ext>
                  </a:extLst>
                </p:cNvPr>
                <p:cNvSpPr txBox="1"/>
                <p:nvPr/>
              </p:nvSpPr>
              <p:spPr>
                <a:xfrm>
                  <a:off x="2324834" y="4504514"/>
                  <a:ext cx="249434" cy="30790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1401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40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40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9D5529C-6423-DCF6-667A-716FE7E6D0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4834" y="4504514"/>
                  <a:ext cx="249434" cy="307905"/>
                </a:xfrm>
                <a:prstGeom prst="rect">
                  <a:avLst/>
                </a:prstGeom>
                <a:blipFill>
                  <a:blip r:embed="rId48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F2A7935-CD59-854D-8404-BD63BA78084B}"/>
                    </a:ext>
                  </a:extLst>
                </p:cNvPr>
                <p:cNvSpPr txBox="1"/>
                <p:nvPr/>
              </p:nvSpPr>
              <p:spPr>
                <a:xfrm>
                  <a:off x="2105123" y="4587043"/>
                  <a:ext cx="321063" cy="130603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40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40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F2A7935-CD59-854D-8404-BD63BA780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5123" y="4587043"/>
                  <a:ext cx="321063" cy="130603"/>
                </a:xfrm>
                <a:prstGeom prst="rect">
                  <a:avLst/>
                </a:prstGeom>
                <a:blipFill>
                  <a:blip r:embed="rId49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8374FE4-6E6E-A5A6-75BD-5B39F4C6D27A}"/>
              </a:ext>
            </a:extLst>
          </p:cNvPr>
          <p:cNvGrpSpPr/>
          <p:nvPr/>
        </p:nvGrpSpPr>
        <p:grpSpPr>
          <a:xfrm>
            <a:off x="3012357" y="1493107"/>
            <a:ext cx="821746" cy="312240"/>
            <a:chOff x="3128887" y="4478867"/>
            <a:chExt cx="821746" cy="312240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F1FAD299-C54D-FF95-C241-50DFE17534EA}"/>
                </a:ext>
              </a:extLst>
            </p:cNvPr>
            <p:cNvSpPr txBox="1"/>
            <p:nvPr/>
          </p:nvSpPr>
          <p:spPr>
            <a:xfrm>
              <a:off x="3128887" y="4519734"/>
              <a:ext cx="821746" cy="271373"/>
            </a:xfrm>
            <a:prstGeom prst="rect">
              <a:avLst/>
            </a:prstGeom>
            <a:solidFill>
              <a:srgbClr val="B300FE">
                <a:alpha val="20000"/>
              </a:srgbClr>
            </a:solidFill>
          </p:spPr>
          <p:txBody>
            <a:bodyPr wrap="square" rtlCol="0" anchor="ctr">
              <a:noAutofit/>
            </a:bodyPr>
            <a:lstStyle/>
            <a:p>
              <a:endParaRPr kumimoji="1" lang="zh-CN" altLang="en-US" sz="1601" dirty="0"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520E882-9F6B-D88B-8F8C-287EC5EB3ED2}"/>
                    </a:ext>
                  </a:extLst>
                </p:cNvPr>
                <p:cNvSpPr txBox="1"/>
                <p:nvPr/>
              </p:nvSpPr>
              <p:spPr>
                <a:xfrm>
                  <a:off x="3147722" y="4478867"/>
                  <a:ext cx="240571" cy="30790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40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1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1401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520E882-9F6B-D88B-8F8C-287EC5EB3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7722" y="4478867"/>
                  <a:ext cx="240571" cy="307905"/>
                </a:xfrm>
                <a:prstGeom prst="rect">
                  <a:avLst/>
                </a:prstGeom>
                <a:blipFill>
                  <a:blip r:embed="rId50"/>
                  <a:stretch>
                    <a:fillRect r="-358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96E7249-9A30-9F18-AA6F-3AF0F615D44C}"/>
                    </a:ext>
                  </a:extLst>
                </p:cNvPr>
                <p:cNvSpPr txBox="1"/>
                <p:nvPr/>
              </p:nvSpPr>
              <p:spPr>
                <a:xfrm>
                  <a:off x="3559586" y="4480556"/>
                  <a:ext cx="249434" cy="30790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140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140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40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96E7249-9A30-9F18-AA6F-3AF0F615D4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9586" y="4480556"/>
                  <a:ext cx="249434" cy="307905"/>
                </a:xfrm>
                <a:prstGeom prst="rect">
                  <a:avLst/>
                </a:prstGeom>
                <a:blipFill>
                  <a:blip r:embed="rId51"/>
                  <a:stretch>
                    <a:fillRect r="-268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E8DA64B-DC72-9799-4820-EA62BC79EED1}"/>
                    </a:ext>
                  </a:extLst>
                </p:cNvPr>
                <p:cNvSpPr txBox="1"/>
                <p:nvPr/>
              </p:nvSpPr>
              <p:spPr>
                <a:xfrm>
                  <a:off x="3372536" y="4515428"/>
                  <a:ext cx="321063" cy="18370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401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40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E8DA64B-DC72-9799-4820-EA62BC79E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2536" y="4515428"/>
                  <a:ext cx="321063" cy="183700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0" name="直线箭头连接符 57">
            <a:extLst>
              <a:ext uri="{FF2B5EF4-FFF2-40B4-BE49-F238E27FC236}">
                <a16:creationId xmlns:a16="http://schemas.microsoft.com/office/drawing/2014/main" id="{134EDB3D-0483-6EA9-58A1-472F85C1B4B9}"/>
              </a:ext>
            </a:extLst>
          </p:cNvPr>
          <p:cNvCxnSpPr>
            <a:cxnSpLocks/>
          </p:cNvCxnSpPr>
          <p:nvPr/>
        </p:nvCxnSpPr>
        <p:spPr>
          <a:xfrm flipH="1" flipV="1">
            <a:off x="2348192" y="1808876"/>
            <a:ext cx="5937" cy="4121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线箭头连接符 57">
            <a:extLst>
              <a:ext uri="{FF2B5EF4-FFF2-40B4-BE49-F238E27FC236}">
                <a16:creationId xmlns:a16="http://schemas.microsoft.com/office/drawing/2014/main" id="{E0A99F26-D566-8563-A9D0-99800AD9597E}"/>
              </a:ext>
            </a:extLst>
          </p:cNvPr>
          <p:cNvCxnSpPr>
            <a:cxnSpLocks/>
          </p:cNvCxnSpPr>
          <p:nvPr/>
        </p:nvCxnSpPr>
        <p:spPr>
          <a:xfrm flipH="1" flipV="1">
            <a:off x="3423230" y="1805347"/>
            <a:ext cx="1668" cy="4312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119AB811-CAC3-AE8F-2BDD-4BC04FFD598D}"/>
              </a:ext>
            </a:extLst>
          </p:cNvPr>
          <p:cNvSpPr txBox="1"/>
          <p:nvPr/>
        </p:nvSpPr>
        <p:spPr>
          <a:xfrm>
            <a:off x="2346613" y="1862741"/>
            <a:ext cx="918893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Confidence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419403F-93DE-C38C-45A7-B6043A952F5F}"/>
              </a:ext>
            </a:extLst>
          </p:cNvPr>
          <p:cNvSpPr txBox="1"/>
          <p:nvPr/>
        </p:nvSpPr>
        <p:spPr>
          <a:xfrm>
            <a:off x="1104053" y="1868937"/>
            <a:ext cx="1025049" cy="30069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Relevance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F373737-C44E-7872-2DFD-AFFBDDF67477}"/>
              </a:ext>
            </a:extLst>
          </p:cNvPr>
          <p:cNvSpPr txBox="1"/>
          <p:nvPr/>
        </p:nvSpPr>
        <p:spPr>
          <a:xfrm>
            <a:off x="3371148" y="1879763"/>
            <a:ext cx="1055504" cy="24523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Adaptability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cxnSp>
        <p:nvCxnSpPr>
          <p:cNvPr id="66" name="Elbow Connector 666">
            <a:extLst>
              <a:ext uri="{FF2B5EF4-FFF2-40B4-BE49-F238E27FC236}">
                <a16:creationId xmlns:a16="http://schemas.microsoft.com/office/drawing/2014/main" id="{F5F7317B-7348-2301-7CD7-81FCCC3191DA}"/>
              </a:ext>
            </a:extLst>
          </p:cNvPr>
          <p:cNvCxnSpPr>
            <a:cxnSpLocks/>
            <a:stCxn id="21" idx="0"/>
            <a:endCxn id="287" idx="2"/>
          </p:cNvCxnSpPr>
          <p:nvPr/>
        </p:nvCxnSpPr>
        <p:spPr>
          <a:xfrm rot="5400000" flipH="1" flipV="1">
            <a:off x="1565125" y="873095"/>
            <a:ext cx="276929" cy="105405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Elbow Connector 666">
            <a:extLst>
              <a:ext uri="{FF2B5EF4-FFF2-40B4-BE49-F238E27FC236}">
                <a16:creationId xmlns:a16="http://schemas.microsoft.com/office/drawing/2014/main" id="{B41FE2BC-AFB3-7DD9-31B8-C8CF2FDC10F3}"/>
              </a:ext>
            </a:extLst>
          </p:cNvPr>
          <p:cNvCxnSpPr>
            <a:cxnSpLocks/>
            <a:stCxn id="27" idx="0"/>
            <a:endCxn id="287" idx="4"/>
          </p:cNvCxnSpPr>
          <p:nvPr/>
        </p:nvCxnSpPr>
        <p:spPr>
          <a:xfrm rot="16200000" flipV="1">
            <a:off x="2274434" y="1459876"/>
            <a:ext cx="156784" cy="639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Elbow Connector 666">
            <a:extLst>
              <a:ext uri="{FF2B5EF4-FFF2-40B4-BE49-F238E27FC236}">
                <a16:creationId xmlns:a16="http://schemas.microsoft.com/office/drawing/2014/main" id="{E5AF3311-9FB9-5E0D-8E54-BA7BD53A41B6}"/>
              </a:ext>
            </a:extLst>
          </p:cNvPr>
          <p:cNvCxnSpPr>
            <a:cxnSpLocks/>
            <a:stCxn id="36" idx="0"/>
            <a:endCxn id="287" idx="6"/>
          </p:cNvCxnSpPr>
          <p:nvPr/>
        </p:nvCxnSpPr>
        <p:spPr>
          <a:xfrm rot="16200000" flipV="1">
            <a:off x="2811461" y="924591"/>
            <a:ext cx="268024" cy="94213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8" name="图形 87" descr="火 纯色填充">
            <a:extLst>
              <a:ext uri="{FF2B5EF4-FFF2-40B4-BE49-F238E27FC236}">
                <a16:creationId xmlns:a16="http://schemas.microsoft.com/office/drawing/2014/main" id="{4D625E94-2C14-7AF1-27A7-CD70C3E63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000" y="2301112"/>
            <a:ext cx="322562" cy="322562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2CE59273-8139-3807-E2BE-DCF10EA4DD4F}"/>
              </a:ext>
            </a:extLst>
          </p:cNvPr>
          <p:cNvSpPr txBox="1"/>
          <p:nvPr/>
        </p:nvSpPr>
        <p:spPr>
          <a:xfrm>
            <a:off x="1648791" y="869369"/>
            <a:ext cx="776197" cy="307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Update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AC11D7D0-23C4-1CB7-CEBE-E402A5028F3B}"/>
              </a:ext>
            </a:extLst>
          </p:cNvPr>
          <p:cNvGrpSpPr/>
          <p:nvPr/>
        </p:nvGrpSpPr>
        <p:grpSpPr>
          <a:xfrm>
            <a:off x="1859655" y="522202"/>
            <a:ext cx="985755" cy="360130"/>
            <a:chOff x="495425" y="4506251"/>
            <a:chExt cx="821746" cy="292557"/>
          </a:xfrm>
        </p:grpSpPr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8EBFEE84-C6ED-70A6-9756-BC0D1CF06C1C}"/>
                </a:ext>
              </a:extLst>
            </p:cNvPr>
            <p:cNvSpPr txBox="1"/>
            <p:nvPr/>
          </p:nvSpPr>
          <p:spPr>
            <a:xfrm>
              <a:off x="495425" y="4527435"/>
              <a:ext cx="821746" cy="271373"/>
            </a:xfrm>
            <a:prstGeom prst="rect">
              <a:avLst/>
            </a:prstGeom>
            <a:solidFill>
              <a:srgbClr val="B300FE">
                <a:alpha val="20000"/>
              </a:srgbClr>
            </a:solidFill>
          </p:spPr>
          <p:txBody>
            <a:bodyPr wrap="square" rtlCol="0" anchor="ctr">
              <a:noAutofit/>
            </a:bodyPr>
            <a:lstStyle/>
            <a:p>
              <a:endParaRPr kumimoji="1" lang="zh-CN" altLang="en-US" sz="1400" dirty="0"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549F8B54-FDA0-1E31-3D74-E8C3CECB7705}"/>
                    </a:ext>
                  </a:extLst>
                </p:cNvPr>
                <p:cNvSpPr txBox="1"/>
                <p:nvPr/>
              </p:nvSpPr>
              <p:spPr>
                <a:xfrm>
                  <a:off x="514260" y="4515507"/>
                  <a:ext cx="240571" cy="250027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549F8B54-FDA0-1E31-3D74-E8C3CECB77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60" y="4515507"/>
                  <a:ext cx="240571" cy="250027"/>
                </a:xfrm>
                <a:prstGeom prst="rect">
                  <a:avLst/>
                </a:prstGeom>
                <a:blipFill>
                  <a:blip r:embed="rId53"/>
                  <a:stretch>
                    <a:fillRect r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3B358CCD-A59D-C692-472F-B7F28C9BCC86}"/>
                    </a:ext>
                  </a:extLst>
                </p:cNvPr>
                <p:cNvSpPr txBox="1"/>
                <p:nvPr/>
              </p:nvSpPr>
              <p:spPr>
                <a:xfrm>
                  <a:off x="926124" y="4506251"/>
                  <a:ext cx="249434" cy="250131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3B358CCD-A59D-C692-472F-B7F28C9BC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24" y="4506251"/>
                  <a:ext cx="249434" cy="250131"/>
                </a:xfrm>
                <a:prstGeom prst="rect">
                  <a:avLst/>
                </a:prstGeom>
                <a:blipFill>
                  <a:blip r:embed="rId54"/>
                  <a:stretch>
                    <a:fillRect r="-20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22ACEC7B-D437-2167-92E5-016681A682C1}"/>
                    </a:ext>
                  </a:extLst>
                </p:cNvPr>
                <p:cNvSpPr txBox="1"/>
                <p:nvPr/>
              </p:nvSpPr>
              <p:spPr>
                <a:xfrm>
                  <a:off x="706413" y="4559309"/>
                  <a:ext cx="321063" cy="14752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400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22ACEC7B-D437-2167-92E5-016681A682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13" y="4559309"/>
                  <a:ext cx="321063" cy="147520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5" name="Elbow Connector 666">
            <a:extLst>
              <a:ext uri="{FF2B5EF4-FFF2-40B4-BE49-F238E27FC236}">
                <a16:creationId xmlns:a16="http://schemas.microsoft.com/office/drawing/2014/main" id="{9DD6713B-CDFF-E856-9389-9C574854696D}"/>
              </a:ext>
            </a:extLst>
          </p:cNvPr>
          <p:cNvCxnSpPr>
            <a:cxnSpLocks/>
            <a:stCxn id="287" idx="0"/>
            <a:endCxn id="101" idx="2"/>
          </p:cNvCxnSpPr>
          <p:nvPr/>
        </p:nvCxnSpPr>
        <p:spPr>
          <a:xfrm rot="5400000" flipH="1" flipV="1">
            <a:off x="2222929" y="1011909"/>
            <a:ext cx="259176" cy="22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图形 40" descr="火 纯色填充">
            <a:extLst>
              <a:ext uri="{FF2B5EF4-FFF2-40B4-BE49-F238E27FC236}">
                <a16:creationId xmlns:a16="http://schemas.microsoft.com/office/drawing/2014/main" id="{448A96A2-BCB4-CE9C-98CF-16BF72BB8E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6918" y="2513897"/>
            <a:ext cx="322562" cy="322562"/>
          </a:xfrm>
          <a:prstGeom prst="rect">
            <a:avLst/>
          </a:prstGeom>
        </p:spPr>
      </p:pic>
      <p:cxnSp>
        <p:nvCxnSpPr>
          <p:cNvPr id="86" name="直线箭头连接符 57">
            <a:extLst>
              <a:ext uri="{FF2B5EF4-FFF2-40B4-BE49-F238E27FC236}">
                <a16:creationId xmlns:a16="http://schemas.microsoft.com/office/drawing/2014/main" id="{AAD6DBB7-48E3-F175-6A7C-BBA5E3911BE7}"/>
              </a:ext>
            </a:extLst>
          </p:cNvPr>
          <p:cNvCxnSpPr>
            <a:cxnSpLocks/>
          </p:cNvCxnSpPr>
          <p:nvPr/>
        </p:nvCxnSpPr>
        <p:spPr>
          <a:xfrm flipV="1">
            <a:off x="1190153" y="2682810"/>
            <a:ext cx="0" cy="2114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椭圆 114">
            <a:extLst>
              <a:ext uri="{FF2B5EF4-FFF2-40B4-BE49-F238E27FC236}">
                <a16:creationId xmlns:a16="http://schemas.microsoft.com/office/drawing/2014/main" id="{7473FEE2-DC72-8274-6DD8-8B78660ED34D}"/>
              </a:ext>
            </a:extLst>
          </p:cNvPr>
          <p:cNvSpPr/>
          <p:nvPr/>
        </p:nvSpPr>
        <p:spPr>
          <a:xfrm>
            <a:off x="560992" y="1369924"/>
            <a:ext cx="287102" cy="280510"/>
          </a:xfrm>
          <a:prstGeom prst="ellipse">
            <a:avLst/>
          </a:prstGeom>
          <a:solidFill>
            <a:srgbClr val="BDDBE6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2B782E3D-36E3-B3B7-3227-6E9B9B309BAE}"/>
              </a:ext>
            </a:extLst>
          </p:cNvPr>
          <p:cNvSpPr/>
          <p:nvPr/>
        </p:nvSpPr>
        <p:spPr>
          <a:xfrm>
            <a:off x="1761781" y="1342146"/>
            <a:ext cx="287102" cy="280510"/>
          </a:xfrm>
          <a:prstGeom prst="ellipse">
            <a:avLst/>
          </a:prstGeom>
          <a:solidFill>
            <a:srgbClr val="BDDBE6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6E6C4325-DAF4-03F8-B752-BB846AD69310}"/>
              </a:ext>
            </a:extLst>
          </p:cNvPr>
          <p:cNvSpPr/>
          <p:nvPr/>
        </p:nvSpPr>
        <p:spPr>
          <a:xfrm>
            <a:off x="1647082" y="484940"/>
            <a:ext cx="287102" cy="280510"/>
          </a:xfrm>
          <a:prstGeom prst="ellipse">
            <a:avLst/>
          </a:prstGeom>
          <a:solidFill>
            <a:srgbClr val="BDDBE6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0016D307-D747-8C97-EAD0-5DC154A4CDEA}"/>
              </a:ext>
            </a:extLst>
          </p:cNvPr>
          <p:cNvSpPr/>
          <p:nvPr/>
        </p:nvSpPr>
        <p:spPr>
          <a:xfrm>
            <a:off x="6714232" y="507323"/>
            <a:ext cx="287102" cy="280510"/>
          </a:xfrm>
          <a:prstGeom prst="ellipse">
            <a:avLst/>
          </a:prstGeom>
          <a:solidFill>
            <a:srgbClr val="BDDBE6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9DCC3CEB-D41C-444A-5A25-F35293F9E0A9}"/>
                  </a:ext>
                </a:extLst>
              </p:cNvPr>
              <p:cNvSpPr txBox="1"/>
              <p:nvPr/>
            </p:nvSpPr>
            <p:spPr>
              <a:xfrm>
                <a:off x="7321366" y="41662"/>
                <a:ext cx="424619" cy="307777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5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1500" i="1"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kumimoji="1" lang="en-US" altLang="zh-CN" sz="15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9DCC3CEB-D41C-444A-5A25-F35293F9E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366" y="41662"/>
                <a:ext cx="424619" cy="307777"/>
              </a:xfrm>
              <a:prstGeom prst="rect">
                <a:avLst/>
              </a:prstGeom>
              <a:blipFill>
                <a:blip r:embed="rId56"/>
                <a:stretch>
                  <a:fillRect r="-27143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文本框 190">
            <a:extLst>
              <a:ext uri="{FF2B5EF4-FFF2-40B4-BE49-F238E27FC236}">
                <a16:creationId xmlns:a16="http://schemas.microsoft.com/office/drawing/2014/main" id="{FE833CBC-CED1-8988-90E7-056B830D896C}"/>
              </a:ext>
            </a:extLst>
          </p:cNvPr>
          <p:cNvSpPr txBox="1"/>
          <p:nvPr/>
        </p:nvSpPr>
        <p:spPr>
          <a:xfrm>
            <a:off x="7854494" y="51439"/>
            <a:ext cx="1434367" cy="30777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" altLang="zh-CN" sz="1400" dirty="0">
                <a:cs typeface="Arial" panose="020B0604020202020204" pitchFamily="34" charset="0"/>
              </a:rPr>
              <a:t>Entropy Function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66A646AE-2980-D807-08D1-6A35A052AFDB}"/>
              </a:ext>
            </a:extLst>
          </p:cNvPr>
          <p:cNvSpPr txBox="1"/>
          <p:nvPr/>
        </p:nvSpPr>
        <p:spPr>
          <a:xfrm>
            <a:off x="1209284" y="2159258"/>
            <a:ext cx="2479749" cy="5407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1600" dirty="0">
                <a:cs typeface="Arial" panose="020B0604020202020204" pitchFamily="34" charset="0"/>
              </a:rPr>
              <a:t>Layer-wise </a:t>
            </a:r>
          </a:p>
          <a:p>
            <a:pPr algn="ctr"/>
            <a:r>
              <a:rPr lang="en-US" altLang="zh-CN" sz="1600" dirty="0">
                <a:cs typeface="Arial" panose="020B0604020202020204" pitchFamily="34" charset="0"/>
              </a:rPr>
              <a:t>Passage Estimator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grpSp>
        <p:nvGrpSpPr>
          <p:cNvPr id="286" name="组合 285">
            <a:extLst>
              <a:ext uri="{FF2B5EF4-FFF2-40B4-BE49-F238E27FC236}">
                <a16:creationId xmlns:a16="http://schemas.microsoft.com/office/drawing/2014/main" id="{0C4BE913-5F9E-8DDF-5E3A-363AB5E68103}"/>
              </a:ext>
            </a:extLst>
          </p:cNvPr>
          <p:cNvGrpSpPr/>
          <p:nvPr/>
        </p:nvGrpSpPr>
        <p:grpSpPr>
          <a:xfrm>
            <a:off x="2230604" y="1141513"/>
            <a:ext cx="243804" cy="240291"/>
            <a:chOff x="-1428211" y="5713684"/>
            <a:chExt cx="590021" cy="585314"/>
          </a:xfrm>
        </p:grpSpPr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5F68F3CD-ED20-7207-28B8-37B89CD8FEE1}"/>
                </a:ext>
              </a:extLst>
            </p:cNvPr>
            <p:cNvSpPr/>
            <p:nvPr/>
          </p:nvSpPr>
          <p:spPr>
            <a:xfrm>
              <a:off x="-1428211" y="5713684"/>
              <a:ext cx="590021" cy="585314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1">
                <a:cs typeface="Arial" panose="020B0604020202020204" pitchFamily="34" charset="0"/>
              </a:endParaRPr>
            </a:p>
          </p:txBody>
        </p: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0B21C51C-26AB-57EE-5B72-B470599F8373}"/>
                </a:ext>
              </a:extLst>
            </p:cNvPr>
            <p:cNvCxnSpPr>
              <a:cxnSpLocks/>
              <a:stCxn id="287" idx="1"/>
              <a:endCxn id="287" idx="5"/>
            </p:cNvCxnSpPr>
            <p:nvPr/>
          </p:nvCxnSpPr>
          <p:spPr>
            <a:xfrm>
              <a:off x="-1341804" y="5799401"/>
              <a:ext cx="417208" cy="413880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56101964-E074-46AD-05C6-9E2E1010EA07}"/>
                </a:ext>
              </a:extLst>
            </p:cNvPr>
            <p:cNvCxnSpPr>
              <a:cxnSpLocks/>
              <a:stCxn id="287" idx="7"/>
              <a:endCxn id="287" idx="3"/>
            </p:cNvCxnSpPr>
            <p:nvPr/>
          </p:nvCxnSpPr>
          <p:spPr>
            <a:xfrm flipH="1">
              <a:off x="-1341804" y="5799401"/>
              <a:ext cx="417208" cy="413880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6" name="文本框 145">
            <a:extLst>
              <a:ext uri="{FF2B5EF4-FFF2-40B4-BE49-F238E27FC236}">
                <a16:creationId xmlns:a16="http://schemas.microsoft.com/office/drawing/2014/main" id="{EF7739E2-97C6-3274-D35E-5DC549B7D021}"/>
              </a:ext>
            </a:extLst>
          </p:cNvPr>
          <p:cNvSpPr txBox="1"/>
          <p:nvPr/>
        </p:nvSpPr>
        <p:spPr>
          <a:xfrm>
            <a:off x="9960441" y="1047913"/>
            <a:ext cx="4196514" cy="618793"/>
          </a:xfrm>
          <a:prstGeom prst="rect">
            <a:avLst/>
          </a:prstGeom>
          <a:solidFill>
            <a:srgbClr val="FFFDEE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80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zh-CN" altLang="en-US" sz="1600" dirty="0"/>
          </a:p>
        </p:txBody>
      </p:sp>
      <p:sp>
        <p:nvSpPr>
          <p:cNvPr id="295" name="椭圆 294">
            <a:extLst>
              <a:ext uri="{FF2B5EF4-FFF2-40B4-BE49-F238E27FC236}">
                <a16:creationId xmlns:a16="http://schemas.microsoft.com/office/drawing/2014/main" id="{D5CEC11C-AFA0-45E4-EE56-7CF09B143F29}"/>
              </a:ext>
            </a:extLst>
          </p:cNvPr>
          <p:cNvSpPr/>
          <p:nvPr/>
        </p:nvSpPr>
        <p:spPr>
          <a:xfrm>
            <a:off x="10037552" y="1091420"/>
            <a:ext cx="285586" cy="280510"/>
          </a:xfrm>
          <a:prstGeom prst="ellipse">
            <a:avLst/>
          </a:prstGeom>
          <a:solidFill>
            <a:srgbClr val="BDDBE6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C261EDAF-C70E-6B1E-4201-EAECB7A79B23}"/>
                  </a:ext>
                </a:extLst>
              </p:cNvPr>
              <p:cNvSpPr txBox="1"/>
              <p:nvPr/>
            </p:nvSpPr>
            <p:spPr>
              <a:xfrm>
                <a:off x="9965181" y="1699893"/>
                <a:ext cx="4191774" cy="369460"/>
              </a:xfrm>
              <a:prstGeom prst="rect">
                <a:avLst/>
              </a:prstGeom>
              <a:solidFill>
                <a:srgbClr val="FFFDEE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 anchor="ctr">
                <a:noAutofit/>
              </a:bodyPr>
              <a:lstStyle>
                <a:defPPr>
                  <a:defRPr lang="en-US"/>
                </a:defPPr>
                <a:lvl1pPr algn="ctr">
                  <a:defRPr sz="1801">
                    <a:solidFill>
                      <a:schemeClr val="dk1"/>
                    </a:solidFill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US" altLang="zh-CN" sz="1600" dirty="0"/>
                  <a:t>        Diversity Loss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𝑑𝑖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versity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C261EDAF-C70E-6B1E-4201-EAECB7A79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181" y="1699893"/>
                <a:ext cx="4191774" cy="369460"/>
              </a:xfrm>
              <a:prstGeom prst="rect">
                <a:avLst/>
              </a:prstGeom>
              <a:blipFill>
                <a:blip r:embed="rId57"/>
                <a:stretch>
                  <a:fillRect b="-14516"/>
                </a:stretch>
              </a:blipFill>
              <a:ln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" name="椭圆 295">
            <a:extLst>
              <a:ext uri="{FF2B5EF4-FFF2-40B4-BE49-F238E27FC236}">
                <a16:creationId xmlns:a16="http://schemas.microsoft.com/office/drawing/2014/main" id="{18131584-8768-A7FB-8AD9-D05DD487AAA1}"/>
              </a:ext>
            </a:extLst>
          </p:cNvPr>
          <p:cNvSpPr/>
          <p:nvPr/>
        </p:nvSpPr>
        <p:spPr>
          <a:xfrm>
            <a:off x="10036794" y="1748039"/>
            <a:ext cx="287102" cy="280510"/>
          </a:xfrm>
          <a:prstGeom prst="ellipse">
            <a:avLst/>
          </a:prstGeom>
          <a:solidFill>
            <a:srgbClr val="BDDBE6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F296C54-2162-89C6-4A15-8F763550DC4A}"/>
                  </a:ext>
                </a:extLst>
              </p:cNvPr>
              <p:cNvSpPr txBox="1"/>
              <p:nvPr/>
            </p:nvSpPr>
            <p:spPr>
              <a:xfrm>
                <a:off x="9950169" y="401383"/>
                <a:ext cx="4202051" cy="618793"/>
              </a:xfrm>
              <a:prstGeom prst="rect">
                <a:avLst/>
              </a:prstGeom>
              <a:solidFill>
                <a:srgbClr val="FFFDEE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 anchor="ctr">
                <a:noAutofit/>
              </a:bodyPr>
              <a:lstStyle>
                <a:defPPr>
                  <a:defRPr lang="en-US"/>
                </a:defPPr>
                <a:lvl1pPr algn="ctr">
                  <a:defRPr sz="1801">
                    <a:solidFill>
                      <a:schemeClr val="dk1"/>
                    </a:solidFill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US" altLang="zh-CN" sz="1600" dirty="0"/>
                  <a:t>        Relevance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relevance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zh-CN" sz="1600" dirty="0"/>
              </a:p>
              <a:p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acc>
                          <m:accPr>
                            <m:chr m:val="̅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+(1−</m:t>
                        </m:r>
                        <m:acc>
                          <m:accPr>
                            <m:chr m:val="̅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1600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zh-CN" alt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F296C54-2162-89C6-4A15-8F763550D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169" y="401383"/>
                <a:ext cx="4202051" cy="618793"/>
              </a:xfrm>
              <a:prstGeom prst="rect">
                <a:avLst/>
              </a:prstGeom>
              <a:blipFill>
                <a:blip r:embed="rId58"/>
                <a:stretch>
                  <a:fillRect t="-15534" b="-89320"/>
                </a:stretch>
              </a:blipFill>
              <a:ln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椭圆 296">
            <a:extLst>
              <a:ext uri="{FF2B5EF4-FFF2-40B4-BE49-F238E27FC236}">
                <a16:creationId xmlns:a16="http://schemas.microsoft.com/office/drawing/2014/main" id="{47FBCD7E-71DE-F9AA-D12F-2EE0F6FE80AC}"/>
              </a:ext>
            </a:extLst>
          </p:cNvPr>
          <p:cNvSpPr/>
          <p:nvPr/>
        </p:nvSpPr>
        <p:spPr>
          <a:xfrm>
            <a:off x="10036794" y="442538"/>
            <a:ext cx="287102" cy="280510"/>
          </a:xfrm>
          <a:prstGeom prst="ellipse">
            <a:avLst/>
          </a:prstGeom>
          <a:solidFill>
            <a:srgbClr val="BDDBE6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CEE8F4B-7579-EE78-6CEE-B4415CCDC0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60441" y="2107566"/>
                <a:ext cx="4191774" cy="535826"/>
              </a:xfrm>
              <a:prstGeom prst="rect">
                <a:avLst/>
              </a:prstGeom>
              <a:solidFill>
                <a:srgbClr val="FFFDEE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600" dirty="0"/>
                  <a:t>Language Model Loss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𝐿𝑀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</a:rPr>
                            <m:t>ans</m:t>
                          </m:r>
                        </m:sub>
                      </m:sSub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CEE8F4B-7579-EE78-6CEE-B4415CCDC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441" y="2107566"/>
                <a:ext cx="4191774" cy="535826"/>
              </a:xfrm>
              <a:prstGeom prst="rect">
                <a:avLst/>
              </a:prstGeom>
              <a:blipFill>
                <a:blip r:embed="rId59"/>
                <a:stretch>
                  <a:fillRect t="-6667" b="-8889"/>
                </a:stretch>
              </a:blipFill>
              <a:ln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8" name="椭圆 297">
            <a:extLst>
              <a:ext uri="{FF2B5EF4-FFF2-40B4-BE49-F238E27FC236}">
                <a16:creationId xmlns:a16="http://schemas.microsoft.com/office/drawing/2014/main" id="{946E3267-AF24-D09C-1D15-FFE6189A5628}"/>
              </a:ext>
            </a:extLst>
          </p:cNvPr>
          <p:cNvSpPr/>
          <p:nvPr/>
        </p:nvSpPr>
        <p:spPr>
          <a:xfrm>
            <a:off x="10036189" y="2133579"/>
            <a:ext cx="288323" cy="280510"/>
          </a:xfrm>
          <a:prstGeom prst="ellipse">
            <a:avLst/>
          </a:prstGeom>
          <a:solidFill>
            <a:srgbClr val="BDDBE6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1" name="文本框 300">
                <a:extLst>
                  <a:ext uri="{FF2B5EF4-FFF2-40B4-BE49-F238E27FC236}">
                    <a16:creationId xmlns:a16="http://schemas.microsoft.com/office/drawing/2014/main" id="{CC85086A-6936-A815-1618-DD6042CA8A93}"/>
                  </a:ext>
                </a:extLst>
              </p:cNvPr>
              <p:cNvSpPr txBox="1"/>
              <p:nvPr/>
            </p:nvSpPr>
            <p:spPr>
              <a:xfrm>
                <a:off x="2353096" y="26418"/>
                <a:ext cx="424619" cy="307777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zh-CN" sz="15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5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CN" sz="15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1" lang="en-US" altLang="zh-CN" sz="15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1" name="文本框 300">
                <a:extLst>
                  <a:ext uri="{FF2B5EF4-FFF2-40B4-BE49-F238E27FC236}">
                    <a16:creationId xmlns:a16="http://schemas.microsoft.com/office/drawing/2014/main" id="{CC85086A-6936-A815-1618-DD6042CA8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096" y="26418"/>
                <a:ext cx="424619" cy="307777"/>
              </a:xfrm>
              <a:prstGeom prst="rect">
                <a:avLst/>
              </a:prstGeom>
              <a:blipFill>
                <a:blip r:embed="rId60"/>
                <a:stretch>
                  <a:fillRect r="-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文本框 301">
            <a:extLst>
              <a:ext uri="{FF2B5EF4-FFF2-40B4-BE49-F238E27FC236}">
                <a16:creationId xmlns:a16="http://schemas.microsoft.com/office/drawing/2014/main" id="{68628755-4FF3-44F2-2E2F-A002EAF0B356}"/>
              </a:ext>
            </a:extLst>
          </p:cNvPr>
          <p:cNvSpPr txBox="1"/>
          <p:nvPr/>
        </p:nvSpPr>
        <p:spPr>
          <a:xfrm>
            <a:off x="2769711" y="51439"/>
            <a:ext cx="1969642" cy="30777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lang="en-US" altLang="zh-CN" sz="1400" dirty="0"/>
              <a:t>Passage Relevance Label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文本框 304">
                <a:extLst>
                  <a:ext uri="{FF2B5EF4-FFF2-40B4-BE49-F238E27FC236}">
                    <a16:creationId xmlns:a16="http://schemas.microsoft.com/office/drawing/2014/main" id="{A3FF3D91-39A0-F5AF-4F82-87F2DC538D44}"/>
                  </a:ext>
                </a:extLst>
              </p:cNvPr>
              <p:cNvSpPr txBox="1"/>
              <p:nvPr/>
            </p:nvSpPr>
            <p:spPr>
              <a:xfrm>
                <a:off x="341054" y="18708"/>
                <a:ext cx="424619" cy="307777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𝑎𝑛𝑠</m:t>
                          </m:r>
                        </m:sub>
                      </m:sSub>
                    </m:oMath>
                  </m:oMathPara>
                </a14:m>
                <a:endParaRPr kumimoji="1" lang="en-US" altLang="zh-CN" sz="15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5" name="文本框 304">
                <a:extLst>
                  <a:ext uri="{FF2B5EF4-FFF2-40B4-BE49-F238E27FC236}">
                    <a16:creationId xmlns:a16="http://schemas.microsoft.com/office/drawing/2014/main" id="{A3FF3D91-39A0-F5AF-4F82-87F2DC538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54" y="18708"/>
                <a:ext cx="424619" cy="307777"/>
              </a:xfrm>
              <a:prstGeom prst="rect">
                <a:avLst/>
              </a:prstGeom>
              <a:blipFill>
                <a:blip r:embed="rId61"/>
                <a:stretch>
                  <a:fillRect r="-7143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" name="文本框 306">
            <a:extLst>
              <a:ext uri="{FF2B5EF4-FFF2-40B4-BE49-F238E27FC236}">
                <a16:creationId xmlns:a16="http://schemas.microsoft.com/office/drawing/2014/main" id="{E4C17127-8C78-8FE8-93C9-AE9DD8A2A135}"/>
              </a:ext>
            </a:extLst>
          </p:cNvPr>
          <p:cNvSpPr txBox="1"/>
          <p:nvPr/>
        </p:nvSpPr>
        <p:spPr>
          <a:xfrm>
            <a:off x="866910" y="51439"/>
            <a:ext cx="1199174" cy="30777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lang="en-US" altLang="zh-CN" sz="1400" dirty="0"/>
              <a:t>Answer Token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0" name="文本框 309">
                <a:extLst>
                  <a:ext uri="{FF2B5EF4-FFF2-40B4-BE49-F238E27FC236}">
                    <a16:creationId xmlns:a16="http://schemas.microsoft.com/office/drawing/2014/main" id="{6786BC6D-E492-6E8E-5B4E-BE940DAFD489}"/>
                  </a:ext>
                </a:extLst>
              </p:cNvPr>
              <p:cNvSpPr txBox="1"/>
              <p:nvPr/>
            </p:nvSpPr>
            <p:spPr>
              <a:xfrm>
                <a:off x="9434106" y="44698"/>
                <a:ext cx="373614" cy="307777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zh-CN" sz="1500" i="1" dirty="0"/>
              </a:p>
            </p:txBody>
          </p:sp>
        </mc:Choice>
        <mc:Fallback>
          <p:sp>
            <p:nvSpPr>
              <p:cNvPr id="310" name="文本框 309">
                <a:extLst>
                  <a:ext uri="{FF2B5EF4-FFF2-40B4-BE49-F238E27FC236}">
                    <a16:creationId xmlns:a16="http://schemas.microsoft.com/office/drawing/2014/main" id="{6786BC6D-E492-6E8E-5B4E-BE940DAFD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106" y="44698"/>
                <a:ext cx="373614" cy="307777"/>
              </a:xfrm>
              <a:prstGeom prst="rect">
                <a:avLst/>
              </a:prstGeom>
              <a:blipFill>
                <a:blip r:embed="rId62"/>
                <a:stretch>
                  <a:fillRect r="-109836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文本框 310">
            <a:extLst>
              <a:ext uri="{FF2B5EF4-FFF2-40B4-BE49-F238E27FC236}">
                <a16:creationId xmlns:a16="http://schemas.microsoft.com/office/drawing/2014/main" id="{F27EE5C4-BAAE-E114-6B53-8F320A9FF906}"/>
              </a:ext>
            </a:extLst>
          </p:cNvPr>
          <p:cNvSpPr txBox="1"/>
          <p:nvPr/>
        </p:nvSpPr>
        <p:spPr>
          <a:xfrm>
            <a:off x="10418019" y="51439"/>
            <a:ext cx="3533434" cy="30777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lang="en-US" altLang="zh-CN" sz="1400" dirty="0"/>
              <a:t>Relevance Score Predicted by k-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 External Model</a:t>
            </a:r>
          </a:p>
        </p:txBody>
      </p:sp>
      <p:pic>
        <p:nvPicPr>
          <p:cNvPr id="79" name="图形 78" descr="火 纯色填充">
            <a:extLst>
              <a:ext uri="{FF2B5EF4-FFF2-40B4-BE49-F238E27FC236}">
                <a16:creationId xmlns:a16="http://schemas.microsoft.com/office/drawing/2014/main" id="{D14300DD-2A82-243C-0CBF-1AA075125A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8614" y="1095538"/>
            <a:ext cx="322562" cy="3225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87AB935-6DBC-3309-0B38-F8A31A506562}"/>
                  </a:ext>
                </a:extLst>
              </p:cNvPr>
              <p:cNvSpPr txBox="1"/>
              <p:nvPr/>
            </p:nvSpPr>
            <p:spPr>
              <a:xfrm>
                <a:off x="5079506" y="47725"/>
                <a:ext cx="424619" cy="307777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5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sz="1500" i="1"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kumimoji="1" lang="en-US" altLang="zh-CN" sz="15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87AB935-6DBC-3309-0B38-F8A31A506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506" y="47725"/>
                <a:ext cx="424619" cy="307777"/>
              </a:xfrm>
              <a:prstGeom prst="rect">
                <a:avLst/>
              </a:prstGeom>
              <a:blipFill>
                <a:blip r:embed="rId63"/>
                <a:stretch>
                  <a:fillRect r="-11429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ABEAF7CE-6BC5-755C-5DF4-9220BFEBB505}"/>
              </a:ext>
            </a:extLst>
          </p:cNvPr>
          <p:cNvSpPr txBox="1"/>
          <p:nvPr/>
        </p:nvSpPr>
        <p:spPr>
          <a:xfrm>
            <a:off x="5542946" y="51439"/>
            <a:ext cx="1513491" cy="30777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" altLang="zh-CN" sz="1400" dirty="0">
                <a:cs typeface="Arial" panose="020B0604020202020204" pitchFamily="34" charset="0"/>
              </a:rPr>
              <a:t>Indicator Function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2F60FA-0A55-F7CD-63C0-F7085E868765}"/>
              </a:ext>
            </a:extLst>
          </p:cNvPr>
          <p:cNvSpPr/>
          <p:nvPr/>
        </p:nvSpPr>
        <p:spPr>
          <a:xfrm>
            <a:off x="4774577" y="3046910"/>
            <a:ext cx="1688553" cy="565867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>
            <a:noAutofit/>
          </a:bodyPr>
          <a:lstStyle/>
          <a:p>
            <a:pPr algn="ctr"/>
            <a:r>
              <a:rPr kumimoji="1" lang="en-US" altLang="zh-CN" sz="1600" dirty="0">
                <a:cs typeface="Arial" panose="020B0604020202020204" pitchFamily="34" charset="0"/>
              </a:rPr>
              <a:t>Lora Weight</a:t>
            </a:r>
            <a:endParaRPr kumimoji="1" lang="zh-CN" altLang="en-US" sz="1600" dirty="0">
              <a:cs typeface="Arial" panose="020B0604020202020204" pitchFamily="34" charset="0"/>
            </a:endParaRPr>
          </a:p>
        </p:txBody>
      </p:sp>
      <p:pic>
        <p:nvPicPr>
          <p:cNvPr id="7" name="图形 6" descr="火 纯色填充">
            <a:extLst>
              <a:ext uri="{FF2B5EF4-FFF2-40B4-BE49-F238E27FC236}">
                <a16:creationId xmlns:a16="http://schemas.microsoft.com/office/drawing/2014/main" id="{392051C8-E0CC-7D80-3438-10070C5FEB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0432" y="3041796"/>
            <a:ext cx="322562" cy="322562"/>
          </a:xfrm>
          <a:prstGeom prst="rect">
            <a:avLst/>
          </a:prstGeom>
        </p:spPr>
      </p:pic>
      <p:sp>
        <p:nvSpPr>
          <p:cNvPr id="489" name="文本框 488">
            <a:extLst>
              <a:ext uri="{FF2B5EF4-FFF2-40B4-BE49-F238E27FC236}">
                <a16:creationId xmlns:a16="http://schemas.microsoft.com/office/drawing/2014/main" id="{50D13B73-9D26-249B-A2CB-04957000059C}"/>
              </a:ext>
            </a:extLst>
          </p:cNvPr>
          <p:cNvSpPr txBox="1">
            <a:spLocks/>
          </p:cNvSpPr>
          <p:nvPr/>
        </p:nvSpPr>
        <p:spPr>
          <a:xfrm>
            <a:off x="4775169" y="3347544"/>
            <a:ext cx="3713274" cy="274175"/>
          </a:xfrm>
          <a:prstGeom prst="rect">
            <a:avLst/>
          </a:prstGeom>
          <a:solidFill>
            <a:srgbClr val="CEE1C6"/>
          </a:solidFill>
          <a:ln>
            <a:solidFill>
              <a:srgbClr val="548235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601" dirty="0">
                <a:solidFill>
                  <a:schemeClr val="dk1"/>
                </a:solidFill>
                <a:cs typeface="Arial" panose="020B0604020202020204" pitchFamily="34" charset="0"/>
              </a:rPr>
              <a:t>Relevance-Guided Attention Mask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2A27F82-3806-A9B1-0B5B-8BC45864514C}"/>
              </a:ext>
            </a:extLst>
          </p:cNvPr>
          <p:cNvSpPr/>
          <p:nvPr/>
        </p:nvSpPr>
        <p:spPr>
          <a:xfrm>
            <a:off x="2205667" y="2896856"/>
            <a:ext cx="2023416" cy="744550"/>
          </a:xfrm>
          <a:prstGeom prst="rect">
            <a:avLst/>
          </a:prstGeom>
          <a:solidFill>
            <a:srgbClr val="D9DFE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>
            <a:noAutofit/>
          </a:bodyPr>
          <a:lstStyle/>
          <a:p>
            <a:pPr algn="ctr"/>
            <a:endParaRPr kumimoji="1" lang="zh-CN" altLang="en-US" sz="1601" dirty="0">
              <a:cs typeface="Arial" panose="020B0604020202020204" pitchFamily="34" charset="0"/>
            </a:endParaRPr>
          </a:p>
        </p:txBody>
      </p:sp>
      <p:pic>
        <p:nvPicPr>
          <p:cNvPr id="43" name="图形 42" descr="雪花 纯色填充">
            <a:extLst>
              <a:ext uri="{FF2B5EF4-FFF2-40B4-BE49-F238E27FC236}">
                <a16:creationId xmlns:a16="http://schemas.microsoft.com/office/drawing/2014/main" id="{5F9C5549-987B-C596-09F5-E71434266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06922" y="2970546"/>
            <a:ext cx="347280" cy="347280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5A80F5BD-E8C2-5042-8701-208299703F74}"/>
              </a:ext>
            </a:extLst>
          </p:cNvPr>
          <p:cNvSpPr/>
          <p:nvPr/>
        </p:nvSpPr>
        <p:spPr>
          <a:xfrm>
            <a:off x="685933" y="2896856"/>
            <a:ext cx="1519734" cy="738564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>
            <a:noAutofit/>
          </a:bodyPr>
          <a:lstStyle/>
          <a:p>
            <a:pPr algn="ctr"/>
            <a:endParaRPr kumimoji="1" lang="zh-CN" altLang="en-US" sz="1600" dirty="0">
              <a:cs typeface="Arial" panose="020B0604020202020204" pitchFamily="34" charset="0"/>
            </a:endParaRPr>
          </a:p>
        </p:txBody>
      </p:sp>
      <p:pic>
        <p:nvPicPr>
          <p:cNvPr id="46" name="图形 45" descr="火 纯色填充">
            <a:extLst>
              <a:ext uri="{FF2B5EF4-FFF2-40B4-BE49-F238E27FC236}">
                <a16:creationId xmlns:a16="http://schemas.microsoft.com/office/drawing/2014/main" id="{AC0D477D-4A4C-2F84-9428-6B9572BD2F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949" y="2972574"/>
            <a:ext cx="322562" cy="32256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6581D2C9-A47C-D05A-D544-25FE30156EC2}"/>
              </a:ext>
            </a:extLst>
          </p:cNvPr>
          <p:cNvSpPr txBox="1">
            <a:spLocks/>
          </p:cNvSpPr>
          <p:nvPr/>
        </p:nvSpPr>
        <p:spPr>
          <a:xfrm>
            <a:off x="686530" y="3374310"/>
            <a:ext cx="3091548" cy="274175"/>
          </a:xfrm>
          <a:prstGeom prst="rect">
            <a:avLst/>
          </a:prstGeom>
          <a:solidFill>
            <a:srgbClr val="F8ECC3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zh-CN" sz="1600" dirty="0">
                <a:cs typeface="Arial" panose="020B0604020202020204" pitchFamily="34" charset="0"/>
              </a:rPr>
              <a:t>Blocked </a:t>
            </a:r>
            <a:r>
              <a:rPr lang="en-US" altLang="zh-CN" sz="1600" dirty="0"/>
              <a:t>Bidirectional</a:t>
            </a:r>
            <a:r>
              <a:rPr kumimoji="1" lang="en-US" altLang="zh-CN" sz="1600" dirty="0">
                <a:cs typeface="Arial" panose="020B0604020202020204" pitchFamily="34" charset="0"/>
              </a:rPr>
              <a:t> Attention Mask</a:t>
            </a:r>
            <a:endParaRPr kumimoji="1"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C430361-0BD4-30B3-437A-5AC016460201}"/>
              </a:ext>
            </a:extLst>
          </p:cNvPr>
          <p:cNvSpPr txBox="1"/>
          <p:nvPr/>
        </p:nvSpPr>
        <p:spPr>
          <a:xfrm>
            <a:off x="2364146" y="2976418"/>
            <a:ext cx="1967234" cy="33855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kumimoji="1" lang="en-US" altLang="zh-CN" sz="1600" dirty="0">
                <a:cs typeface="Arial" panose="020B0604020202020204" pitchFamily="34" charset="0"/>
              </a:rPr>
              <a:t>LLM Decoder Layer</a:t>
            </a:r>
            <a:endParaRPr kumimoji="1"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3475EE2-82A9-E1E4-1290-09F0086B84DF}"/>
              </a:ext>
            </a:extLst>
          </p:cNvPr>
          <p:cNvSpPr txBox="1"/>
          <p:nvPr/>
        </p:nvSpPr>
        <p:spPr>
          <a:xfrm>
            <a:off x="909320" y="2973470"/>
            <a:ext cx="1224426" cy="33855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/>
            </a:pPr>
            <a:r>
              <a:rPr kumimoji="1" lang="en-US" altLang="zh-CN" sz="16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rPr>
              <a:t>Lora Weight</a:t>
            </a:r>
            <a:endParaRPr kumimoji="1" lang="zh-CN" altLang="en-US" sz="16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621FC7CE-51AC-A0A8-58DB-3EED1BEF3A90}"/>
                  </a:ext>
                </a:extLst>
              </p:cNvPr>
              <p:cNvSpPr txBox="1"/>
              <p:nvPr/>
            </p:nvSpPr>
            <p:spPr>
              <a:xfrm>
                <a:off x="10337745" y="979090"/>
                <a:ext cx="3605795" cy="459036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Confidence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con</m:t>
                        </m:r>
                        <m: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𝑓𝑖𝑑𝑒𝑛𝑐𝑒</m:t>
                        </m:r>
                      </m:sub>
                    </m:sSub>
                    <m:r>
                      <a:rPr lang="en-US" altLang="zh-CN" sz="1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zh-CN" sz="16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r>
                                  <a:rPr lang="en-US" altLang="zh-CN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altLang="zh-CN" sz="16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6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16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n-US" altLang="zh-CN" sz="16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==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</m:nary>
                          </m:e>
                        </m:d>
                      </m:e>
                    </m:nary>
                  </m:oMath>
                </a14:m>
                <a:endParaRPr lang="zh-CN" altLang="en-US" sz="1600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621FC7CE-51AC-A0A8-58DB-3EED1BEF3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45" y="979090"/>
                <a:ext cx="3605795" cy="459036"/>
              </a:xfrm>
              <a:prstGeom prst="rect">
                <a:avLst/>
              </a:prstGeom>
              <a:blipFill>
                <a:blip r:embed="rId64"/>
                <a:stretch>
                  <a:fillRect l="-846" t="-9333" r="-2538" b="-17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线箭头连接符 57">
            <a:extLst>
              <a:ext uri="{FF2B5EF4-FFF2-40B4-BE49-F238E27FC236}">
                <a16:creationId xmlns:a16="http://schemas.microsoft.com/office/drawing/2014/main" id="{87B732FC-414E-62AA-87D1-F06130AEEF19}"/>
              </a:ext>
            </a:extLst>
          </p:cNvPr>
          <p:cNvCxnSpPr>
            <a:cxnSpLocks/>
          </p:cNvCxnSpPr>
          <p:nvPr/>
        </p:nvCxnSpPr>
        <p:spPr>
          <a:xfrm flipV="1">
            <a:off x="2354124" y="2682810"/>
            <a:ext cx="0" cy="2114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线箭头连接符 57">
            <a:extLst>
              <a:ext uri="{FF2B5EF4-FFF2-40B4-BE49-F238E27FC236}">
                <a16:creationId xmlns:a16="http://schemas.microsoft.com/office/drawing/2014/main" id="{828540B7-64F4-9535-42AC-E2AB6B45880D}"/>
              </a:ext>
            </a:extLst>
          </p:cNvPr>
          <p:cNvCxnSpPr>
            <a:cxnSpLocks/>
          </p:cNvCxnSpPr>
          <p:nvPr/>
        </p:nvCxnSpPr>
        <p:spPr>
          <a:xfrm flipV="1">
            <a:off x="3423230" y="2680330"/>
            <a:ext cx="0" cy="2114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AD3FB18D-2A02-36DD-DF45-3B34C9DD3041}"/>
              </a:ext>
            </a:extLst>
          </p:cNvPr>
          <p:cNvSpPr/>
          <p:nvPr/>
        </p:nvSpPr>
        <p:spPr>
          <a:xfrm>
            <a:off x="325055" y="57240"/>
            <a:ext cx="13827159" cy="306330"/>
          </a:xfrm>
          <a:prstGeom prst="rect">
            <a:avLst/>
          </a:prstGeom>
          <a:noFill/>
          <a:ln>
            <a:solidFill>
              <a:srgbClr val="9F9B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7A421D6D-5EBD-7A1E-D25F-EA0DB82B39E0}"/>
              </a:ext>
            </a:extLst>
          </p:cNvPr>
          <p:cNvSpPr/>
          <p:nvPr/>
        </p:nvSpPr>
        <p:spPr>
          <a:xfrm>
            <a:off x="11366933" y="4275738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15" name="矩形 414">
            <a:extLst>
              <a:ext uri="{FF2B5EF4-FFF2-40B4-BE49-F238E27FC236}">
                <a16:creationId xmlns:a16="http://schemas.microsoft.com/office/drawing/2014/main" id="{0FBE3FF3-A108-F0A4-6686-A3F7BF499616}"/>
              </a:ext>
            </a:extLst>
          </p:cNvPr>
          <p:cNvSpPr/>
          <p:nvPr/>
        </p:nvSpPr>
        <p:spPr>
          <a:xfrm>
            <a:off x="11586547" y="4275738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BCFDF1B9-906B-A350-4A53-06D81170289C}"/>
              </a:ext>
            </a:extLst>
          </p:cNvPr>
          <p:cNvSpPr/>
          <p:nvPr/>
        </p:nvSpPr>
        <p:spPr>
          <a:xfrm>
            <a:off x="10207055" y="4274269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C98C3A08-0594-DC3F-4EA9-F2B3F40B55A9}"/>
              </a:ext>
            </a:extLst>
          </p:cNvPr>
          <p:cNvSpPr/>
          <p:nvPr/>
        </p:nvSpPr>
        <p:spPr>
          <a:xfrm>
            <a:off x="10428019" y="4274269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B72FAAD2-63B8-425C-79B2-610262E97B4E}"/>
              </a:ext>
            </a:extLst>
          </p:cNvPr>
          <p:cNvSpPr/>
          <p:nvPr/>
        </p:nvSpPr>
        <p:spPr>
          <a:xfrm>
            <a:off x="10907475" y="4274269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FF8D5229-CF54-9F05-456F-E3742187281B}"/>
              </a:ext>
            </a:extLst>
          </p:cNvPr>
          <p:cNvSpPr/>
          <p:nvPr/>
        </p:nvSpPr>
        <p:spPr>
          <a:xfrm>
            <a:off x="11124356" y="4274269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82D179E5-4A3A-A55D-EA64-87D29CB40F55}"/>
              </a:ext>
            </a:extLst>
          </p:cNvPr>
          <p:cNvSpPr/>
          <p:nvPr/>
        </p:nvSpPr>
        <p:spPr>
          <a:xfrm>
            <a:off x="11366933" y="4491937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7B022917-6BD0-9F91-6141-2E75D0A47E75}"/>
              </a:ext>
            </a:extLst>
          </p:cNvPr>
          <p:cNvSpPr/>
          <p:nvPr/>
        </p:nvSpPr>
        <p:spPr>
          <a:xfrm>
            <a:off x="11586547" y="4491937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1AC6DC6E-90E6-87A0-4F54-13649C09486D}"/>
              </a:ext>
            </a:extLst>
          </p:cNvPr>
          <p:cNvSpPr/>
          <p:nvPr/>
        </p:nvSpPr>
        <p:spPr>
          <a:xfrm>
            <a:off x="10207055" y="4490468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FD8B1C82-AD66-E07B-D6E1-CBF5214D9A2A}"/>
              </a:ext>
            </a:extLst>
          </p:cNvPr>
          <p:cNvSpPr/>
          <p:nvPr/>
        </p:nvSpPr>
        <p:spPr>
          <a:xfrm>
            <a:off x="10428019" y="4490468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BE7D0E1E-BF43-AA2F-79D0-1F1D5F130FF5}"/>
              </a:ext>
            </a:extLst>
          </p:cNvPr>
          <p:cNvSpPr/>
          <p:nvPr/>
        </p:nvSpPr>
        <p:spPr>
          <a:xfrm>
            <a:off x="10907475" y="4490468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E21CD7EE-6DC9-83D9-3B0D-3FDBAE9D639E}"/>
              </a:ext>
            </a:extLst>
          </p:cNvPr>
          <p:cNvSpPr/>
          <p:nvPr/>
        </p:nvSpPr>
        <p:spPr>
          <a:xfrm>
            <a:off x="11124356" y="4490468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A1B4C893-ACB9-4369-35CB-FF0702D892F8}"/>
              </a:ext>
            </a:extLst>
          </p:cNvPr>
          <p:cNvSpPr/>
          <p:nvPr/>
        </p:nvSpPr>
        <p:spPr>
          <a:xfrm>
            <a:off x="11363481" y="3113645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29" name="矩形 428">
            <a:extLst>
              <a:ext uri="{FF2B5EF4-FFF2-40B4-BE49-F238E27FC236}">
                <a16:creationId xmlns:a16="http://schemas.microsoft.com/office/drawing/2014/main" id="{9CAA3203-C6AD-AF1E-4F92-27D5CEC561DC}"/>
              </a:ext>
            </a:extLst>
          </p:cNvPr>
          <p:cNvSpPr/>
          <p:nvPr/>
        </p:nvSpPr>
        <p:spPr>
          <a:xfrm>
            <a:off x="11583095" y="3113645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EE637A47-ECDD-5069-C8C1-A8ADEB0189E8}"/>
              </a:ext>
            </a:extLst>
          </p:cNvPr>
          <p:cNvSpPr/>
          <p:nvPr/>
        </p:nvSpPr>
        <p:spPr>
          <a:xfrm>
            <a:off x="10203601" y="3112176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1" name="矩形 430">
            <a:extLst>
              <a:ext uri="{FF2B5EF4-FFF2-40B4-BE49-F238E27FC236}">
                <a16:creationId xmlns:a16="http://schemas.microsoft.com/office/drawing/2014/main" id="{411F41DA-AC52-063B-270F-1E47D58C8F3D}"/>
              </a:ext>
            </a:extLst>
          </p:cNvPr>
          <p:cNvSpPr/>
          <p:nvPr/>
        </p:nvSpPr>
        <p:spPr>
          <a:xfrm>
            <a:off x="10424566" y="3112176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2" name="矩形 431">
            <a:extLst>
              <a:ext uri="{FF2B5EF4-FFF2-40B4-BE49-F238E27FC236}">
                <a16:creationId xmlns:a16="http://schemas.microsoft.com/office/drawing/2014/main" id="{CE55DF3F-D823-97B5-E559-D0DCD2C2D4C3}"/>
              </a:ext>
            </a:extLst>
          </p:cNvPr>
          <p:cNvSpPr/>
          <p:nvPr/>
        </p:nvSpPr>
        <p:spPr>
          <a:xfrm>
            <a:off x="10904021" y="311217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3" name="矩形 432">
            <a:extLst>
              <a:ext uri="{FF2B5EF4-FFF2-40B4-BE49-F238E27FC236}">
                <a16:creationId xmlns:a16="http://schemas.microsoft.com/office/drawing/2014/main" id="{0EDD8795-11F6-6F44-58AC-8CD82B67220E}"/>
              </a:ext>
            </a:extLst>
          </p:cNvPr>
          <p:cNvSpPr/>
          <p:nvPr/>
        </p:nvSpPr>
        <p:spPr>
          <a:xfrm>
            <a:off x="11120905" y="311217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4" name="矩形 433">
            <a:extLst>
              <a:ext uri="{FF2B5EF4-FFF2-40B4-BE49-F238E27FC236}">
                <a16:creationId xmlns:a16="http://schemas.microsoft.com/office/drawing/2014/main" id="{FF893AA7-C22C-A3D7-2918-945A07E3D4C8}"/>
              </a:ext>
            </a:extLst>
          </p:cNvPr>
          <p:cNvSpPr/>
          <p:nvPr/>
        </p:nvSpPr>
        <p:spPr>
          <a:xfrm>
            <a:off x="11363481" y="332893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5" name="矩形 434">
            <a:extLst>
              <a:ext uri="{FF2B5EF4-FFF2-40B4-BE49-F238E27FC236}">
                <a16:creationId xmlns:a16="http://schemas.microsoft.com/office/drawing/2014/main" id="{33BC613D-C320-FEF5-53D9-073301E7C6EB}"/>
              </a:ext>
            </a:extLst>
          </p:cNvPr>
          <p:cNvSpPr/>
          <p:nvPr/>
        </p:nvSpPr>
        <p:spPr>
          <a:xfrm>
            <a:off x="11583095" y="332893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1CD129B8-7A3C-BDBC-3B13-10E28BC1D4F2}"/>
              </a:ext>
            </a:extLst>
          </p:cNvPr>
          <p:cNvSpPr/>
          <p:nvPr/>
        </p:nvSpPr>
        <p:spPr>
          <a:xfrm>
            <a:off x="10203601" y="3327466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4E3E1ED1-8A4B-3AFE-5A84-5035F21A4B6D}"/>
              </a:ext>
            </a:extLst>
          </p:cNvPr>
          <p:cNvSpPr/>
          <p:nvPr/>
        </p:nvSpPr>
        <p:spPr>
          <a:xfrm>
            <a:off x="10424566" y="3327466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98E20E5C-A60E-1610-E12D-2D34AC3F057D}"/>
              </a:ext>
            </a:extLst>
          </p:cNvPr>
          <p:cNvSpPr/>
          <p:nvPr/>
        </p:nvSpPr>
        <p:spPr>
          <a:xfrm>
            <a:off x="10904021" y="332746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A1BB65B7-463E-75A4-7EEE-5E834691BD3B}"/>
              </a:ext>
            </a:extLst>
          </p:cNvPr>
          <p:cNvSpPr/>
          <p:nvPr/>
        </p:nvSpPr>
        <p:spPr>
          <a:xfrm>
            <a:off x="11120905" y="3327466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96DADE31-E8E8-8F53-353A-2CB060B78732}"/>
              </a:ext>
            </a:extLst>
          </p:cNvPr>
          <p:cNvSpPr/>
          <p:nvPr/>
        </p:nvSpPr>
        <p:spPr>
          <a:xfrm>
            <a:off x="11363481" y="3814241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C54722C7-16E9-C008-A9B4-405F8634D6DB}"/>
              </a:ext>
            </a:extLst>
          </p:cNvPr>
          <p:cNvSpPr/>
          <p:nvPr/>
        </p:nvSpPr>
        <p:spPr>
          <a:xfrm>
            <a:off x="11583095" y="3814241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7D2A3418-6D95-742D-6515-AB65BF659425}"/>
              </a:ext>
            </a:extLst>
          </p:cNvPr>
          <p:cNvSpPr/>
          <p:nvPr/>
        </p:nvSpPr>
        <p:spPr>
          <a:xfrm>
            <a:off x="10203601" y="3812772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A98FE65A-911D-431D-D219-03E9BDB1B1EA}"/>
              </a:ext>
            </a:extLst>
          </p:cNvPr>
          <p:cNvSpPr/>
          <p:nvPr/>
        </p:nvSpPr>
        <p:spPr>
          <a:xfrm>
            <a:off x="10424566" y="3812772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8704960B-889A-73F4-6608-51EFDEB1AB49}"/>
              </a:ext>
            </a:extLst>
          </p:cNvPr>
          <p:cNvSpPr/>
          <p:nvPr/>
        </p:nvSpPr>
        <p:spPr>
          <a:xfrm>
            <a:off x="10904021" y="3812772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A547B99C-6920-0E7A-BF30-1D5A625699FC}"/>
              </a:ext>
            </a:extLst>
          </p:cNvPr>
          <p:cNvSpPr/>
          <p:nvPr/>
        </p:nvSpPr>
        <p:spPr>
          <a:xfrm>
            <a:off x="11120905" y="3812772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851EE693-AAAE-021E-C2AF-3DC309940280}"/>
              </a:ext>
            </a:extLst>
          </p:cNvPr>
          <p:cNvSpPr/>
          <p:nvPr/>
        </p:nvSpPr>
        <p:spPr>
          <a:xfrm>
            <a:off x="11363481" y="4031342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9BCF1A71-6C6F-E98B-516B-9F60F214D449}"/>
              </a:ext>
            </a:extLst>
          </p:cNvPr>
          <p:cNvSpPr/>
          <p:nvPr/>
        </p:nvSpPr>
        <p:spPr>
          <a:xfrm>
            <a:off x="11583095" y="4031342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C87CF81-B6FD-8C2F-FD77-C13F2C8381A8}"/>
              </a:ext>
            </a:extLst>
          </p:cNvPr>
          <p:cNvSpPr/>
          <p:nvPr/>
        </p:nvSpPr>
        <p:spPr>
          <a:xfrm>
            <a:off x="10203601" y="4029873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50" name="矩形 449">
            <a:extLst>
              <a:ext uri="{FF2B5EF4-FFF2-40B4-BE49-F238E27FC236}">
                <a16:creationId xmlns:a16="http://schemas.microsoft.com/office/drawing/2014/main" id="{D8A39240-C40D-4F6E-EA16-214C04C8525A}"/>
              </a:ext>
            </a:extLst>
          </p:cNvPr>
          <p:cNvSpPr/>
          <p:nvPr/>
        </p:nvSpPr>
        <p:spPr>
          <a:xfrm>
            <a:off x="10424566" y="4029873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51" name="矩形 450">
            <a:extLst>
              <a:ext uri="{FF2B5EF4-FFF2-40B4-BE49-F238E27FC236}">
                <a16:creationId xmlns:a16="http://schemas.microsoft.com/office/drawing/2014/main" id="{5E82211A-86F0-9B67-E6B6-28C9CAD6E93F}"/>
              </a:ext>
            </a:extLst>
          </p:cNvPr>
          <p:cNvSpPr/>
          <p:nvPr/>
        </p:nvSpPr>
        <p:spPr>
          <a:xfrm>
            <a:off x="10904021" y="4029873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52" name="矩形 451">
            <a:extLst>
              <a:ext uri="{FF2B5EF4-FFF2-40B4-BE49-F238E27FC236}">
                <a16:creationId xmlns:a16="http://schemas.microsoft.com/office/drawing/2014/main" id="{2A50A70A-095B-8370-3FBC-ED667985A3DE}"/>
              </a:ext>
            </a:extLst>
          </p:cNvPr>
          <p:cNvSpPr/>
          <p:nvPr/>
        </p:nvSpPr>
        <p:spPr>
          <a:xfrm>
            <a:off x="11120905" y="4029873"/>
            <a:ext cx="216000" cy="216000"/>
          </a:xfrm>
          <a:prstGeom prst="rect">
            <a:avLst/>
          </a:prstGeom>
          <a:solidFill>
            <a:srgbClr val="F8EC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401">
              <a:cs typeface="Arial" panose="020B0604020202020204" pitchFamily="34" charset="0"/>
            </a:endParaRP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68658269-86F5-BCD6-1C28-D6F063A8D654}"/>
              </a:ext>
            </a:extLst>
          </p:cNvPr>
          <p:cNvSpPr txBox="1"/>
          <p:nvPr/>
        </p:nvSpPr>
        <p:spPr>
          <a:xfrm>
            <a:off x="10614597" y="4310206"/>
            <a:ext cx="308098" cy="307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454" name="文本框 453">
            <a:extLst>
              <a:ext uri="{FF2B5EF4-FFF2-40B4-BE49-F238E27FC236}">
                <a16:creationId xmlns:a16="http://schemas.microsoft.com/office/drawing/2014/main" id="{9DD37BE6-E73C-86EC-6031-BB5DF91597D9}"/>
              </a:ext>
            </a:extLst>
          </p:cNvPr>
          <p:cNvSpPr txBox="1"/>
          <p:nvPr/>
        </p:nvSpPr>
        <p:spPr>
          <a:xfrm>
            <a:off x="10614597" y="3106419"/>
            <a:ext cx="308098" cy="307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455" name="文本框 454">
            <a:extLst>
              <a:ext uri="{FF2B5EF4-FFF2-40B4-BE49-F238E27FC236}">
                <a16:creationId xmlns:a16="http://schemas.microsoft.com/office/drawing/2014/main" id="{8BCE8401-9DCE-5688-DDF3-F246903DBE6C}"/>
              </a:ext>
            </a:extLst>
          </p:cNvPr>
          <p:cNvSpPr txBox="1"/>
          <p:nvPr/>
        </p:nvSpPr>
        <p:spPr>
          <a:xfrm>
            <a:off x="10614597" y="3795402"/>
            <a:ext cx="308098" cy="307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456" name="文本框 455">
            <a:extLst>
              <a:ext uri="{FF2B5EF4-FFF2-40B4-BE49-F238E27FC236}">
                <a16:creationId xmlns:a16="http://schemas.microsoft.com/office/drawing/2014/main" id="{D7502CF1-FF48-5BAD-042F-346080578325}"/>
              </a:ext>
            </a:extLst>
          </p:cNvPr>
          <p:cNvSpPr txBox="1"/>
          <p:nvPr/>
        </p:nvSpPr>
        <p:spPr>
          <a:xfrm rot="5400000">
            <a:off x="11520542" y="3525108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457" name="文本框 456">
            <a:extLst>
              <a:ext uri="{FF2B5EF4-FFF2-40B4-BE49-F238E27FC236}">
                <a16:creationId xmlns:a16="http://schemas.microsoft.com/office/drawing/2014/main" id="{4CA5064E-1EF8-2E61-4561-63C81FDB4268}"/>
              </a:ext>
            </a:extLst>
          </p:cNvPr>
          <p:cNvSpPr txBox="1"/>
          <p:nvPr/>
        </p:nvSpPr>
        <p:spPr>
          <a:xfrm rot="5400000">
            <a:off x="10330225" y="3525108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458" name="文本框 457">
            <a:extLst>
              <a:ext uri="{FF2B5EF4-FFF2-40B4-BE49-F238E27FC236}">
                <a16:creationId xmlns:a16="http://schemas.microsoft.com/office/drawing/2014/main" id="{E785EFE9-92FB-68BD-1E4E-7BF8EBE1263F}"/>
              </a:ext>
            </a:extLst>
          </p:cNvPr>
          <p:cNvSpPr txBox="1"/>
          <p:nvPr/>
        </p:nvSpPr>
        <p:spPr>
          <a:xfrm rot="5400000">
            <a:off x="10679507" y="3525108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459" name="文本框 458">
            <a:extLst>
              <a:ext uri="{FF2B5EF4-FFF2-40B4-BE49-F238E27FC236}">
                <a16:creationId xmlns:a16="http://schemas.microsoft.com/office/drawing/2014/main" id="{C0941CB3-A3E8-9D4A-895B-6850C871FCE5}"/>
              </a:ext>
            </a:extLst>
          </p:cNvPr>
          <p:cNvSpPr txBox="1"/>
          <p:nvPr/>
        </p:nvSpPr>
        <p:spPr>
          <a:xfrm rot="5400000">
            <a:off x="11103257" y="3525108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文本框 460">
                <a:extLst>
                  <a:ext uri="{FF2B5EF4-FFF2-40B4-BE49-F238E27FC236}">
                    <a16:creationId xmlns:a16="http://schemas.microsoft.com/office/drawing/2014/main" id="{62A834A8-7F92-191D-32F7-CA2E62031D89}"/>
                  </a:ext>
                </a:extLst>
              </p:cNvPr>
              <p:cNvSpPr txBox="1"/>
              <p:nvPr/>
            </p:nvSpPr>
            <p:spPr>
              <a:xfrm>
                <a:off x="11423396" y="2819132"/>
                <a:ext cx="326371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1" i="1" dirty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461" name="文本框 460">
                <a:extLst>
                  <a:ext uri="{FF2B5EF4-FFF2-40B4-BE49-F238E27FC236}">
                    <a16:creationId xmlns:a16="http://schemas.microsoft.com/office/drawing/2014/main" id="{62A834A8-7F92-191D-32F7-CA2E62031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396" y="2819132"/>
                <a:ext cx="326371" cy="307905"/>
              </a:xfrm>
              <a:prstGeom prst="rect">
                <a:avLst/>
              </a:prstGeom>
              <a:blipFill>
                <a:blip r:embed="rId13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文本框 461">
                <a:extLst>
                  <a:ext uri="{FF2B5EF4-FFF2-40B4-BE49-F238E27FC236}">
                    <a16:creationId xmlns:a16="http://schemas.microsoft.com/office/drawing/2014/main" id="{4C0B7FF5-A29C-70E8-B36B-E243103DBCE4}"/>
                  </a:ext>
                </a:extLst>
              </p:cNvPr>
              <p:cNvSpPr txBox="1"/>
              <p:nvPr/>
            </p:nvSpPr>
            <p:spPr>
              <a:xfrm>
                <a:off x="10273332" y="2819132"/>
                <a:ext cx="397032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462" name="文本框 461">
                <a:extLst>
                  <a:ext uri="{FF2B5EF4-FFF2-40B4-BE49-F238E27FC236}">
                    <a16:creationId xmlns:a16="http://schemas.microsoft.com/office/drawing/2014/main" id="{4C0B7FF5-A29C-70E8-B36B-E243103DB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3332" y="2819132"/>
                <a:ext cx="397032" cy="307905"/>
              </a:xfrm>
              <a:prstGeom prst="rect">
                <a:avLst/>
              </a:prstGeom>
              <a:blipFill>
                <a:blip r:embed="rId1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文本框 462">
                <a:extLst>
                  <a:ext uri="{FF2B5EF4-FFF2-40B4-BE49-F238E27FC236}">
                    <a16:creationId xmlns:a16="http://schemas.microsoft.com/office/drawing/2014/main" id="{52A7539D-EC89-4AA5-B7C3-B90ED38D7E72}"/>
                  </a:ext>
                </a:extLst>
              </p:cNvPr>
              <p:cNvSpPr txBox="1"/>
              <p:nvPr/>
            </p:nvSpPr>
            <p:spPr>
              <a:xfrm>
                <a:off x="10991164" y="2819132"/>
                <a:ext cx="411779" cy="30790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401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1401" dirty="0"/>
              </a:p>
            </p:txBody>
          </p:sp>
        </mc:Choice>
        <mc:Fallback>
          <p:sp>
            <p:nvSpPr>
              <p:cNvPr id="463" name="文本框 462">
                <a:extLst>
                  <a:ext uri="{FF2B5EF4-FFF2-40B4-BE49-F238E27FC236}">
                    <a16:creationId xmlns:a16="http://schemas.microsoft.com/office/drawing/2014/main" id="{52A7539D-EC89-4AA5-B7C3-B90ED38D7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1164" y="2819132"/>
                <a:ext cx="411779" cy="307905"/>
              </a:xfrm>
              <a:prstGeom prst="rect">
                <a:avLst/>
              </a:prstGeom>
              <a:blipFill>
                <a:blip r:embed="rId16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7" name="文本框 466">
            <a:extLst>
              <a:ext uri="{FF2B5EF4-FFF2-40B4-BE49-F238E27FC236}">
                <a16:creationId xmlns:a16="http://schemas.microsoft.com/office/drawing/2014/main" id="{3593F6EA-BE3B-99A9-CCF7-37C88496D090}"/>
              </a:ext>
            </a:extLst>
          </p:cNvPr>
          <p:cNvSpPr txBox="1"/>
          <p:nvPr/>
        </p:nvSpPr>
        <p:spPr>
          <a:xfrm rot="5400000">
            <a:off x="9995609" y="3525108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p:sp>
        <p:nvSpPr>
          <p:cNvPr id="490" name="文本框 489">
            <a:extLst>
              <a:ext uri="{FF2B5EF4-FFF2-40B4-BE49-F238E27FC236}">
                <a16:creationId xmlns:a16="http://schemas.microsoft.com/office/drawing/2014/main" id="{172758CC-BFAE-D0FD-564E-D90AD4E830D8}"/>
              </a:ext>
            </a:extLst>
          </p:cNvPr>
          <p:cNvSpPr txBox="1"/>
          <p:nvPr/>
        </p:nvSpPr>
        <p:spPr>
          <a:xfrm>
            <a:off x="10611434" y="2815994"/>
            <a:ext cx="308098" cy="307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401" dirty="0">
                <a:cs typeface="Arial" panose="020B0604020202020204" pitchFamily="34" charset="0"/>
              </a:rPr>
              <a:t>…</a:t>
            </a:r>
            <a:endParaRPr kumimoji="1" lang="zh-CN" altLang="en-US" sz="140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E642D1-F478-D18F-9D92-46FEB52B7089}"/>
                  </a:ext>
                </a:extLst>
              </p:cNvPr>
              <p:cNvSpPr txBox="1"/>
              <p:nvPr/>
            </p:nvSpPr>
            <p:spPr>
              <a:xfrm>
                <a:off x="4511628" y="1596247"/>
                <a:ext cx="559769" cy="369460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kumimoji="1" lang="en-US" altLang="zh-CN" sz="1801" b="0" i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kumimoji="1" lang="zh-CN" altLang="en-US" sz="180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E642D1-F478-D18F-9D92-46FEB52B7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628" y="1596247"/>
                <a:ext cx="559769" cy="369460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12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34047</TotalTime>
  <Words>209</Words>
  <Application>Microsoft Office PowerPoint</Application>
  <PresentationFormat>自定义</PresentationFormat>
  <Paragraphs>124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Weijie</dc:creator>
  <cp:lastModifiedBy>伟杰 史</cp:lastModifiedBy>
  <cp:revision>1938</cp:revision>
  <dcterms:created xsi:type="dcterms:W3CDTF">2023-10-07T06:50:30Z</dcterms:created>
  <dcterms:modified xsi:type="dcterms:W3CDTF">2024-09-14T19:48:52Z</dcterms:modified>
</cp:coreProperties>
</file>