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9312275" cy="33305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2" pos="29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7B42"/>
    <a:srgbClr val="358CCB"/>
    <a:srgbClr val="676767"/>
    <a:srgbClr val="99C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70" d="100"/>
          <a:sy n="170" d="100"/>
        </p:scale>
        <p:origin x="89" y="1066"/>
      </p:cViewPr>
      <p:guideLst>
        <p:guide orient="horz" pos="1049"/>
        <p:guide pos="29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035" y="545073"/>
            <a:ext cx="6984206" cy="1159534"/>
          </a:xfrm>
        </p:spPr>
        <p:txBody>
          <a:bodyPr anchor="b"/>
          <a:lstStyle>
            <a:lvl1pPr algn="ctr">
              <a:defRPr sz="291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4035" y="1749323"/>
            <a:ext cx="6984206" cy="804118"/>
          </a:xfrm>
        </p:spPr>
        <p:txBody>
          <a:bodyPr/>
          <a:lstStyle>
            <a:lvl1pPr marL="0" indent="0" algn="ctr">
              <a:buNone/>
              <a:defRPr sz="1165"/>
            </a:lvl1pPr>
            <a:lvl2pPr marL="222016" indent="0" algn="ctr">
              <a:buNone/>
              <a:defRPr sz="971"/>
            </a:lvl2pPr>
            <a:lvl3pPr marL="444033" indent="0" algn="ctr">
              <a:buNone/>
              <a:defRPr sz="874"/>
            </a:lvl3pPr>
            <a:lvl4pPr marL="666049" indent="0" algn="ctr">
              <a:buNone/>
              <a:defRPr sz="777"/>
            </a:lvl4pPr>
            <a:lvl5pPr marL="888065" indent="0" algn="ctr">
              <a:buNone/>
              <a:defRPr sz="777"/>
            </a:lvl5pPr>
            <a:lvl6pPr marL="1110082" indent="0" algn="ctr">
              <a:buNone/>
              <a:defRPr sz="777"/>
            </a:lvl6pPr>
            <a:lvl7pPr marL="1332098" indent="0" algn="ctr">
              <a:buNone/>
              <a:defRPr sz="777"/>
            </a:lvl7pPr>
            <a:lvl8pPr marL="1554114" indent="0" algn="ctr">
              <a:buNone/>
              <a:defRPr sz="777"/>
            </a:lvl8pPr>
            <a:lvl9pPr marL="1776131" indent="0" algn="ctr">
              <a:buNone/>
              <a:defRPr sz="77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A18FF-2BD9-4C26-B9FC-DE0A5AA6DAF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2E3DC-AF76-41E4-B41D-2EB46E966C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338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A18FF-2BD9-4C26-B9FC-DE0A5AA6DAF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2E3DC-AF76-41E4-B41D-2EB46E966C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800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369" y="830332"/>
            <a:ext cx="8031837" cy="1385426"/>
          </a:xfrm>
        </p:spPr>
        <p:txBody>
          <a:bodyPr anchor="b"/>
          <a:lstStyle>
            <a:lvl1pPr>
              <a:defRPr sz="291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5369" y="2228864"/>
            <a:ext cx="8031837" cy="728563"/>
          </a:xfrm>
        </p:spPr>
        <p:txBody>
          <a:bodyPr/>
          <a:lstStyle>
            <a:lvl1pPr marL="0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1pPr>
            <a:lvl2pPr marL="222016" indent="0">
              <a:buNone/>
              <a:defRPr sz="971">
                <a:solidFill>
                  <a:schemeClr val="tx1">
                    <a:tint val="75000"/>
                  </a:schemeClr>
                </a:solidFill>
              </a:defRPr>
            </a:lvl2pPr>
            <a:lvl3pPr marL="444033" indent="0">
              <a:buNone/>
              <a:defRPr sz="874">
                <a:solidFill>
                  <a:schemeClr val="tx1">
                    <a:tint val="75000"/>
                  </a:schemeClr>
                </a:solidFill>
              </a:defRPr>
            </a:lvl3pPr>
            <a:lvl4pPr marL="666049" indent="0">
              <a:buNone/>
              <a:defRPr sz="777">
                <a:solidFill>
                  <a:schemeClr val="tx1">
                    <a:tint val="75000"/>
                  </a:schemeClr>
                </a:solidFill>
              </a:defRPr>
            </a:lvl4pPr>
            <a:lvl5pPr marL="888065" indent="0">
              <a:buNone/>
              <a:defRPr sz="777">
                <a:solidFill>
                  <a:schemeClr val="tx1">
                    <a:tint val="75000"/>
                  </a:schemeClr>
                </a:solidFill>
              </a:defRPr>
            </a:lvl5pPr>
            <a:lvl6pPr marL="1110082" indent="0">
              <a:buNone/>
              <a:defRPr sz="777">
                <a:solidFill>
                  <a:schemeClr val="tx1">
                    <a:tint val="75000"/>
                  </a:schemeClr>
                </a:solidFill>
              </a:defRPr>
            </a:lvl6pPr>
            <a:lvl7pPr marL="1332098" indent="0">
              <a:buNone/>
              <a:defRPr sz="777">
                <a:solidFill>
                  <a:schemeClr val="tx1">
                    <a:tint val="75000"/>
                  </a:schemeClr>
                </a:solidFill>
              </a:defRPr>
            </a:lvl7pPr>
            <a:lvl8pPr marL="1554114" indent="0">
              <a:buNone/>
              <a:defRPr sz="777">
                <a:solidFill>
                  <a:schemeClr val="tx1">
                    <a:tint val="75000"/>
                  </a:schemeClr>
                </a:solidFill>
              </a:defRPr>
            </a:lvl8pPr>
            <a:lvl9pPr marL="1776131" indent="0">
              <a:buNone/>
              <a:defRPr sz="7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A18FF-2BD9-4C26-B9FC-DE0A5AA6DAF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2E3DC-AF76-41E4-B41D-2EB46E966C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19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219" y="886612"/>
            <a:ext cx="3957717" cy="21132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4339" y="886612"/>
            <a:ext cx="3957717" cy="21132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A18FF-2BD9-4C26-B9FC-DE0A5AA6DAF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2E3DC-AF76-41E4-B41D-2EB46E966C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574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432" y="177323"/>
            <a:ext cx="8031837" cy="643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1432" y="816454"/>
            <a:ext cx="3939528" cy="400131"/>
          </a:xfrm>
        </p:spPr>
        <p:txBody>
          <a:bodyPr anchor="b"/>
          <a:lstStyle>
            <a:lvl1pPr marL="0" indent="0">
              <a:buNone/>
              <a:defRPr sz="1165" b="1"/>
            </a:lvl1pPr>
            <a:lvl2pPr marL="222016" indent="0">
              <a:buNone/>
              <a:defRPr sz="971" b="1"/>
            </a:lvl2pPr>
            <a:lvl3pPr marL="444033" indent="0">
              <a:buNone/>
              <a:defRPr sz="874" b="1"/>
            </a:lvl3pPr>
            <a:lvl4pPr marL="666049" indent="0">
              <a:buNone/>
              <a:defRPr sz="777" b="1"/>
            </a:lvl4pPr>
            <a:lvl5pPr marL="888065" indent="0">
              <a:buNone/>
              <a:defRPr sz="777" b="1"/>
            </a:lvl5pPr>
            <a:lvl6pPr marL="1110082" indent="0">
              <a:buNone/>
              <a:defRPr sz="777" b="1"/>
            </a:lvl6pPr>
            <a:lvl7pPr marL="1332098" indent="0">
              <a:buNone/>
              <a:defRPr sz="777" b="1"/>
            </a:lvl7pPr>
            <a:lvl8pPr marL="1554114" indent="0">
              <a:buNone/>
              <a:defRPr sz="777" b="1"/>
            </a:lvl8pPr>
            <a:lvl9pPr marL="1776131" indent="0">
              <a:buNone/>
              <a:defRPr sz="7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432" y="1216585"/>
            <a:ext cx="3939528" cy="1789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4339" y="816454"/>
            <a:ext cx="3958930" cy="400131"/>
          </a:xfrm>
        </p:spPr>
        <p:txBody>
          <a:bodyPr anchor="b"/>
          <a:lstStyle>
            <a:lvl1pPr marL="0" indent="0">
              <a:buNone/>
              <a:defRPr sz="1165" b="1"/>
            </a:lvl1pPr>
            <a:lvl2pPr marL="222016" indent="0">
              <a:buNone/>
              <a:defRPr sz="971" b="1"/>
            </a:lvl2pPr>
            <a:lvl3pPr marL="444033" indent="0">
              <a:buNone/>
              <a:defRPr sz="874" b="1"/>
            </a:lvl3pPr>
            <a:lvl4pPr marL="666049" indent="0">
              <a:buNone/>
              <a:defRPr sz="777" b="1"/>
            </a:lvl4pPr>
            <a:lvl5pPr marL="888065" indent="0">
              <a:buNone/>
              <a:defRPr sz="777" b="1"/>
            </a:lvl5pPr>
            <a:lvl6pPr marL="1110082" indent="0">
              <a:buNone/>
              <a:defRPr sz="777" b="1"/>
            </a:lvl6pPr>
            <a:lvl7pPr marL="1332098" indent="0">
              <a:buNone/>
              <a:defRPr sz="777" b="1"/>
            </a:lvl7pPr>
            <a:lvl8pPr marL="1554114" indent="0">
              <a:buNone/>
              <a:defRPr sz="777" b="1"/>
            </a:lvl8pPr>
            <a:lvl9pPr marL="1776131" indent="0">
              <a:buNone/>
              <a:defRPr sz="7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4339" y="1216585"/>
            <a:ext cx="3958930" cy="1789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A18FF-2BD9-4C26-B9FC-DE0A5AA6DAF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2E3DC-AF76-41E4-B41D-2EB46E966C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783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A18FF-2BD9-4C26-B9FC-DE0A5AA6DAF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2E3DC-AF76-41E4-B41D-2EB46E966C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999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A18FF-2BD9-4C26-B9FC-DE0A5AA6DAF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2E3DC-AF76-41E4-B41D-2EB46E966C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052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432" y="222038"/>
            <a:ext cx="3003451" cy="777134"/>
          </a:xfrm>
        </p:spPr>
        <p:txBody>
          <a:bodyPr anchor="b"/>
          <a:lstStyle>
            <a:lvl1pPr>
              <a:defRPr sz="15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8930" y="479541"/>
            <a:ext cx="4714339" cy="2366867"/>
          </a:xfrm>
        </p:spPr>
        <p:txBody>
          <a:bodyPr/>
          <a:lstStyle>
            <a:lvl1pPr>
              <a:defRPr sz="1554"/>
            </a:lvl1pPr>
            <a:lvl2pPr>
              <a:defRPr sz="1360"/>
            </a:lvl2pPr>
            <a:lvl3pPr>
              <a:defRPr sz="1165"/>
            </a:lvl3pPr>
            <a:lvl4pPr>
              <a:defRPr sz="971"/>
            </a:lvl4pPr>
            <a:lvl5pPr>
              <a:defRPr sz="971"/>
            </a:lvl5pPr>
            <a:lvl6pPr>
              <a:defRPr sz="971"/>
            </a:lvl6pPr>
            <a:lvl7pPr>
              <a:defRPr sz="971"/>
            </a:lvl7pPr>
            <a:lvl8pPr>
              <a:defRPr sz="971"/>
            </a:lvl8pPr>
            <a:lvl9pPr>
              <a:defRPr sz="97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432" y="999172"/>
            <a:ext cx="3003451" cy="1851091"/>
          </a:xfrm>
        </p:spPr>
        <p:txBody>
          <a:bodyPr/>
          <a:lstStyle>
            <a:lvl1pPr marL="0" indent="0">
              <a:buNone/>
              <a:defRPr sz="777"/>
            </a:lvl1pPr>
            <a:lvl2pPr marL="222016" indent="0">
              <a:buNone/>
              <a:defRPr sz="680"/>
            </a:lvl2pPr>
            <a:lvl3pPr marL="444033" indent="0">
              <a:buNone/>
              <a:defRPr sz="583"/>
            </a:lvl3pPr>
            <a:lvl4pPr marL="666049" indent="0">
              <a:buNone/>
              <a:defRPr sz="486"/>
            </a:lvl4pPr>
            <a:lvl5pPr marL="888065" indent="0">
              <a:buNone/>
              <a:defRPr sz="486"/>
            </a:lvl5pPr>
            <a:lvl6pPr marL="1110082" indent="0">
              <a:buNone/>
              <a:defRPr sz="486"/>
            </a:lvl6pPr>
            <a:lvl7pPr marL="1332098" indent="0">
              <a:buNone/>
              <a:defRPr sz="486"/>
            </a:lvl7pPr>
            <a:lvl8pPr marL="1554114" indent="0">
              <a:buNone/>
              <a:defRPr sz="486"/>
            </a:lvl8pPr>
            <a:lvl9pPr marL="1776131" indent="0">
              <a:buNone/>
              <a:defRPr sz="48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A18FF-2BD9-4C26-B9FC-DE0A5AA6DAF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2E3DC-AF76-41E4-B41D-2EB46E966C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764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432" y="222038"/>
            <a:ext cx="3003451" cy="777134"/>
          </a:xfrm>
        </p:spPr>
        <p:txBody>
          <a:bodyPr anchor="b"/>
          <a:lstStyle>
            <a:lvl1pPr>
              <a:defRPr sz="15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58930" y="479541"/>
            <a:ext cx="4714339" cy="2366867"/>
          </a:xfrm>
        </p:spPr>
        <p:txBody>
          <a:bodyPr anchor="t"/>
          <a:lstStyle>
            <a:lvl1pPr marL="0" indent="0">
              <a:buNone/>
              <a:defRPr sz="1554"/>
            </a:lvl1pPr>
            <a:lvl2pPr marL="222016" indent="0">
              <a:buNone/>
              <a:defRPr sz="1360"/>
            </a:lvl2pPr>
            <a:lvl3pPr marL="444033" indent="0">
              <a:buNone/>
              <a:defRPr sz="1165"/>
            </a:lvl3pPr>
            <a:lvl4pPr marL="666049" indent="0">
              <a:buNone/>
              <a:defRPr sz="971"/>
            </a:lvl4pPr>
            <a:lvl5pPr marL="888065" indent="0">
              <a:buNone/>
              <a:defRPr sz="971"/>
            </a:lvl5pPr>
            <a:lvl6pPr marL="1110082" indent="0">
              <a:buNone/>
              <a:defRPr sz="971"/>
            </a:lvl6pPr>
            <a:lvl7pPr marL="1332098" indent="0">
              <a:buNone/>
              <a:defRPr sz="971"/>
            </a:lvl7pPr>
            <a:lvl8pPr marL="1554114" indent="0">
              <a:buNone/>
              <a:defRPr sz="971"/>
            </a:lvl8pPr>
            <a:lvl9pPr marL="1776131" indent="0">
              <a:buNone/>
              <a:defRPr sz="971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432" y="999172"/>
            <a:ext cx="3003451" cy="1851091"/>
          </a:xfrm>
        </p:spPr>
        <p:txBody>
          <a:bodyPr/>
          <a:lstStyle>
            <a:lvl1pPr marL="0" indent="0">
              <a:buNone/>
              <a:defRPr sz="777"/>
            </a:lvl1pPr>
            <a:lvl2pPr marL="222016" indent="0">
              <a:buNone/>
              <a:defRPr sz="680"/>
            </a:lvl2pPr>
            <a:lvl3pPr marL="444033" indent="0">
              <a:buNone/>
              <a:defRPr sz="583"/>
            </a:lvl3pPr>
            <a:lvl4pPr marL="666049" indent="0">
              <a:buNone/>
              <a:defRPr sz="486"/>
            </a:lvl4pPr>
            <a:lvl5pPr marL="888065" indent="0">
              <a:buNone/>
              <a:defRPr sz="486"/>
            </a:lvl5pPr>
            <a:lvl6pPr marL="1110082" indent="0">
              <a:buNone/>
              <a:defRPr sz="486"/>
            </a:lvl6pPr>
            <a:lvl7pPr marL="1332098" indent="0">
              <a:buNone/>
              <a:defRPr sz="486"/>
            </a:lvl7pPr>
            <a:lvl8pPr marL="1554114" indent="0">
              <a:buNone/>
              <a:defRPr sz="486"/>
            </a:lvl8pPr>
            <a:lvl9pPr marL="1776131" indent="0">
              <a:buNone/>
              <a:defRPr sz="48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A18FF-2BD9-4C26-B9FC-DE0A5AA6DAF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2E3DC-AF76-41E4-B41D-2EB46E966C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001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A18FF-2BD9-4C26-B9FC-DE0A5AA6DAF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2E3DC-AF76-41E4-B41D-2EB46E966C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61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4097" y="177322"/>
            <a:ext cx="2007959" cy="282250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219" y="177322"/>
            <a:ext cx="5907474" cy="282250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A18FF-2BD9-4C26-B9FC-DE0A5AA6DAF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2E3DC-AF76-41E4-B41D-2EB46E966C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847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219" y="177323"/>
            <a:ext cx="8031837" cy="643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219" y="886612"/>
            <a:ext cx="8031837" cy="2113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219" y="3086950"/>
            <a:ext cx="2095262" cy="177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A18FF-2BD9-4C26-B9FC-DE0A5AA6DAF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84691" y="3086950"/>
            <a:ext cx="3142893" cy="177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6794" y="3086950"/>
            <a:ext cx="2095262" cy="177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2E3DC-AF76-41E4-B41D-2EB46E966C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844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444033" rtl="0" eaLnBrk="1" latinLnBrk="0" hangingPunct="1">
        <a:lnSpc>
          <a:spcPct val="90000"/>
        </a:lnSpc>
        <a:spcBef>
          <a:spcPct val="0"/>
        </a:spcBef>
        <a:buNone/>
        <a:defRPr sz="21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008" indent="-111008" algn="l" defTabSz="444033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1pPr>
      <a:lvl2pPr marL="333024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1165" kern="1200">
          <a:solidFill>
            <a:schemeClr val="tx1"/>
          </a:solidFill>
          <a:latin typeface="+mn-lt"/>
          <a:ea typeface="+mn-ea"/>
          <a:cs typeface="+mn-cs"/>
        </a:defRPr>
      </a:lvl2pPr>
      <a:lvl3pPr marL="555041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971" kern="1200">
          <a:solidFill>
            <a:schemeClr val="tx1"/>
          </a:solidFill>
          <a:latin typeface="+mn-lt"/>
          <a:ea typeface="+mn-ea"/>
          <a:cs typeface="+mn-cs"/>
        </a:defRPr>
      </a:lvl3pPr>
      <a:lvl4pPr marL="777057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874" kern="1200">
          <a:solidFill>
            <a:schemeClr val="tx1"/>
          </a:solidFill>
          <a:latin typeface="+mn-lt"/>
          <a:ea typeface="+mn-ea"/>
          <a:cs typeface="+mn-cs"/>
        </a:defRPr>
      </a:lvl4pPr>
      <a:lvl5pPr marL="999073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874" kern="1200">
          <a:solidFill>
            <a:schemeClr val="tx1"/>
          </a:solidFill>
          <a:latin typeface="+mn-lt"/>
          <a:ea typeface="+mn-ea"/>
          <a:cs typeface="+mn-cs"/>
        </a:defRPr>
      </a:lvl5pPr>
      <a:lvl6pPr marL="1221090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874" kern="1200">
          <a:solidFill>
            <a:schemeClr val="tx1"/>
          </a:solidFill>
          <a:latin typeface="+mn-lt"/>
          <a:ea typeface="+mn-ea"/>
          <a:cs typeface="+mn-cs"/>
        </a:defRPr>
      </a:lvl6pPr>
      <a:lvl7pPr marL="1443106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874" kern="1200">
          <a:solidFill>
            <a:schemeClr val="tx1"/>
          </a:solidFill>
          <a:latin typeface="+mn-lt"/>
          <a:ea typeface="+mn-ea"/>
          <a:cs typeface="+mn-cs"/>
        </a:defRPr>
      </a:lvl7pPr>
      <a:lvl8pPr marL="1665122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874" kern="1200">
          <a:solidFill>
            <a:schemeClr val="tx1"/>
          </a:solidFill>
          <a:latin typeface="+mn-lt"/>
          <a:ea typeface="+mn-ea"/>
          <a:cs typeface="+mn-cs"/>
        </a:defRPr>
      </a:lvl8pPr>
      <a:lvl9pPr marL="1887139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87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1pPr>
      <a:lvl2pPr marL="222016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2pPr>
      <a:lvl3pPr marL="444033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3pPr>
      <a:lvl4pPr marL="666049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4pPr>
      <a:lvl5pPr marL="888065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5pPr>
      <a:lvl6pPr marL="1110082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6pPr>
      <a:lvl7pPr marL="1332098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7pPr>
      <a:lvl8pPr marL="1554114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8pPr>
      <a:lvl9pPr marL="1776131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sv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3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20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C49E8D9D-8D27-DFA9-1B96-238AD9714614}"/>
              </a:ext>
            </a:extLst>
          </p:cNvPr>
          <p:cNvSpPr/>
          <p:nvPr/>
        </p:nvSpPr>
        <p:spPr>
          <a:xfrm>
            <a:off x="6220271" y="10396"/>
            <a:ext cx="2983124" cy="3304691"/>
          </a:xfrm>
          <a:prstGeom prst="roundRect">
            <a:avLst>
              <a:gd name="adj" fmla="val 6160"/>
            </a:avLst>
          </a:prstGeom>
          <a:solidFill>
            <a:schemeClr val="bg2">
              <a:alpha val="53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0B6026CE-D9C1-6AEF-3463-1540FB5055DA}"/>
              </a:ext>
            </a:extLst>
          </p:cNvPr>
          <p:cNvSpPr/>
          <p:nvPr/>
        </p:nvSpPr>
        <p:spPr>
          <a:xfrm>
            <a:off x="3317169" y="11416"/>
            <a:ext cx="2852754" cy="3304691"/>
          </a:xfrm>
          <a:prstGeom prst="roundRect">
            <a:avLst>
              <a:gd name="adj" fmla="val 7308"/>
            </a:avLst>
          </a:prstGeom>
          <a:solidFill>
            <a:schemeClr val="bg2">
              <a:alpha val="53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3BEBB6B-B090-D502-3730-534139997DED}"/>
              </a:ext>
            </a:extLst>
          </p:cNvPr>
          <p:cNvSpPr/>
          <p:nvPr/>
        </p:nvSpPr>
        <p:spPr>
          <a:xfrm>
            <a:off x="207752" y="11416"/>
            <a:ext cx="3059975" cy="3304691"/>
          </a:xfrm>
          <a:prstGeom prst="roundRect">
            <a:avLst>
              <a:gd name="adj" fmla="val 5642"/>
            </a:avLst>
          </a:prstGeom>
          <a:solidFill>
            <a:schemeClr val="bg2">
              <a:alpha val="53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DD6C75-2570-8E06-8BD3-060D6EA418E8}"/>
              </a:ext>
            </a:extLst>
          </p:cNvPr>
          <p:cNvSpPr txBox="1"/>
          <p:nvPr/>
        </p:nvSpPr>
        <p:spPr>
          <a:xfrm>
            <a:off x="630740" y="13897"/>
            <a:ext cx="219964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Data Repartition</a:t>
            </a:r>
            <a:endParaRPr lang="zh-CN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B5605E89-2E5C-A933-8EFD-2E45FD5942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878" y="357626"/>
            <a:ext cx="560976" cy="560976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011C9F14-97AF-306B-2AFD-DB94A85B6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878" y="898832"/>
            <a:ext cx="560976" cy="560976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0C4EEAA-5118-92E3-209A-2A8413A982F7}"/>
              </a:ext>
            </a:extLst>
          </p:cNvPr>
          <p:cNvCxnSpPr>
            <a:cxnSpLocks/>
          </p:cNvCxnSpPr>
          <p:nvPr/>
        </p:nvCxnSpPr>
        <p:spPr>
          <a:xfrm>
            <a:off x="904807" y="1768723"/>
            <a:ext cx="0" cy="508291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7667AFA-5C2B-6645-92FC-AAD8671D0909}"/>
                  </a:ext>
                </a:extLst>
              </p:cNvPr>
              <p:cNvSpPr txBox="1"/>
              <p:nvPr/>
            </p:nvSpPr>
            <p:spPr>
              <a:xfrm>
                <a:off x="290775" y="1439237"/>
                <a:ext cx="117147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 Dataset 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𝒟</m:t>
                    </m:r>
                  </m:oMath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7667AFA-5C2B-6645-92FC-AAD8671D0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75" y="1439237"/>
                <a:ext cx="1171475" cy="276999"/>
              </a:xfrm>
              <a:prstGeom prst="rect">
                <a:avLst/>
              </a:prstGeom>
              <a:blipFill>
                <a:blip r:embed="rId4"/>
                <a:stretch>
                  <a:fillRect l="-521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B2F1E570-AB6C-2EA6-6999-13B27272AA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251" y="1805327"/>
            <a:ext cx="435077" cy="43507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91962D0-F6EF-5D94-B3A4-9315E7E49E67}"/>
              </a:ext>
            </a:extLst>
          </p:cNvPr>
          <p:cNvSpPr txBox="1"/>
          <p:nvPr/>
        </p:nvSpPr>
        <p:spPr>
          <a:xfrm>
            <a:off x="893017" y="1787913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Proxy 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5635B3E-7B63-003D-6222-A8D33909A98B}"/>
              </a:ext>
            </a:extLst>
          </p:cNvPr>
          <p:cNvSpPr/>
          <p:nvPr/>
        </p:nvSpPr>
        <p:spPr>
          <a:xfrm>
            <a:off x="353374" y="2363267"/>
            <a:ext cx="220227" cy="189189"/>
          </a:xfrm>
          <a:prstGeom prst="rect">
            <a:avLst/>
          </a:prstGeom>
          <a:solidFill>
            <a:srgbClr val="99C6E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21242E-AD15-7177-4D07-7C6006CDE527}"/>
              </a:ext>
            </a:extLst>
          </p:cNvPr>
          <p:cNvSpPr/>
          <p:nvPr/>
        </p:nvSpPr>
        <p:spPr>
          <a:xfrm>
            <a:off x="583309" y="2363267"/>
            <a:ext cx="220227" cy="189189"/>
          </a:xfrm>
          <a:prstGeom prst="rect">
            <a:avLst/>
          </a:prstGeom>
          <a:solidFill>
            <a:srgbClr val="99C6E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0404B78-7397-A445-1A65-706EB99DFD9F}"/>
              </a:ext>
            </a:extLst>
          </p:cNvPr>
          <p:cNvSpPr/>
          <p:nvPr/>
        </p:nvSpPr>
        <p:spPr>
          <a:xfrm>
            <a:off x="811602" y="2363267"/>
            <a:ext cx="220227" cy="189189"/>
          </a:xfrm>
          <a:prstGeom prst="rect">
            <a:avLst/>
          </a:prstGeom>
          <a:solidFill>
            <a:srgbClr val="99C6E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6689F64-75B3-2075-394D-D544D906F351}"/>
              </a:ext>
            </a:extLst>
          </p:cNvPr>
          <p:cNvSpPr/>
          <p:nvPr/>
        </p:nvSpPr>
        <p:spPr>
          <a:xfrm>
            <a:off x="1039182" y="2363269"/>
            <a:ext cx="220227" cy="189189"/>
          </a:xfrm>
          <a:prstGeom prst="rect">
            <a:avLst/>
          </a:prstGeom>
          <a:solidFill>
            <a:srgbClr val="99C6E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65C7FB2-280A-A191-5F6E-60C431B7F8BE}"/>
              </a:ext>
            </a:extLst>
          </p:cNvPr>
          <p:cNvSpPr/>
          <p:nvPr/>
        </p:nvSpPr>
        <p:spPr>
          <a:xfrm>
            <a:off x="1269115" y="2363267"/>
            <a:ext cx="220227" cy="189189"/>
          </a:xfrm>
          <a:prstGeom prst="rect">
            <a:avLst/>
          </a:prstGeom>
          <a:solidFill>
            <a:srgbClr val="99C6E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264FE3D-A7B9-FD30-D8BB-B8DAB086A11D}"/>
              </a:ext>
            </a:extLst>
          </p:cNvPr>
          <p:cNvSpPr/>
          <p:nvPr/>
        </p:nvSpPr>
        <p:spPr>
          <a:xfrm>
            <a:off x="353374" y="2552454"/>
            <a:ext cx="220227" cy="189189"/>
          </a:xfrm>
          <a:prstGeom prst="rect">
            <a:avLst/>
          </a:prstGeom>
          <a:solidFill>
            <a:srgbClr val="99C6E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D88F72D-D14D-5974-C642-6F7466D3BEAC}"/>
              </a:ext>
            </a:extLst>
          </p:cNvPr>
          <p:cNvSpPr/>
          <p:nvPr/>
        </p:nvSpPr>
        <p:spPr>
          <a:xfrm>
            <a:off x="583309" y="2552454"/>
            <a:ext cx="220227" cy="189189"/>
          </a:xfrm>
          <a:prstGeom prst="rect">
            <a:avLst/>
          </a:prstGeom>
          <a:solidFill>
            <a:srgbClr val="99C6E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A9135AA-D769-837E-AFB8-FCA6A24F92D1}"/>
              </a:ext>
            </a:extLst>
          </p:cNvPr>
          <p:cNvSpPr/>
          <p:nvPr/>
        </p:nvSpPr>
        <p:spPr>
          <a:xfrm>
            <a:off x="811602" y="2552454"/>
            <a:ext cx="220227" cy="189189"/>
          </a:xfrm>
          <a:prstGeom prst="rect">
            <a:avLst/>
          </a:prstGeom>
          <a:solidFill>
            <a:srgbClr val="99C6E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030FE6-8F5B-79A2-5D2B-B237FAA540E3}"/>
              </a:ext>
            </a:extLst>
          </p:cNvPr>
          <p:cNvSpPr/>
          <p:nvPr/>
        </p:nvSpPr>
        <p:spPr>
          <a:xfrm>
            <a:off x="1039182" y="2552456"/>
            <a:ext cx="220227" cy="189189"/>
          </a:xfrm>
          <a:prstGeom prst="rect">
            <a:avLst/>
          </a:prstGeom>
          <a:solidFill>
            <a:srgbClr val="99C6E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4601015-64CF-0A3C-C940-9EE30D567D61}"/>
              </a:ext>
            </a:extLst>
          </p:cNvPr>
          <p:cNvSpPr/>
          <p:nvPr/>
        </p:nvSpPr>
        <p:spPr>
          <a:xfrm>
            <a:off x="1269115" y="2552454"/>
            <a:ext cx="220227" cy="189189"/>
          </a:xfrm>
          <a:prstGeom prst="rect">
            <a:avLst/>
          </a:prstGeom>
          <a:solidFill>
            <a:srgbClr val="99C6E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9C4BD9C-F9BB-52F2-2C97-C5D97ACC608B}"/>
              </a:ext>
            </a:extLst>
          </p:cNvPr>
          <p:cNvSpPr txBox="1"/>
          <p:nvPr/>
        </p:nvSpPr>
        <p:spPr>
          <a:xfrm>
            <a:off x="673228" y="2642398"/>
            <a:ext cx="492444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9D8EC93-2602-F3EB-726B-4D8225078425}"/>
              </a:ext>
            </a:extLst>
          </p:cNvPr>
          <p:cNvSpPr/>
          <p:nvPr/>
        </p:nvSpPr>
        <p:spPr>
          <a:xfrm>
            <a:off x="353374" y="2901151"/>
            <a:ext cx="220227" cy="189189"/>
          </a:xfrm>
          <a:prstGeom prst="rect">
            <a:avLst/>
          </a:prstGeom>
          <a:solidFill>
            <a:srgbClr val="99C6E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AD46720-E22C-4857-AE3E-2D559B456EAB}"/>
              </a:ext>
            </a:extLst>
          </p:cNvPr>
          <p:cNvSpPr/>
          <p:nvPr/>
        </p:nvSpPr>
        <p:spPr>
          <a:xfrm>
            <a:off x="583309" y="2901151"/>
            <a:ext cx="220227" cy="189189"/>
          </a:xfrm>
          <a:prstGeom prst="rect">
            <a:avLst/>
          </a:prstGeom>
          <a:solidFill>
            <a:srgbClr val="99C6E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DE3C734-2C09-4EB4-C46A-6351595EF607}"/>
              </a:ext>
            </a:extLst>
          </p:cNvPr>
          <p:cNvSpPr/>
          <p:nvPr/>
        </p:nvSpPr>
        <p:spPr>
          <a:xfrm>
            <a:off x="811602" y="2901151"/>
            <a:ext cx="220227" cy="189189"/>
          </a:xfrm>
          <a:prstGeom prst="rect">
            <a:avLst/>
          </a:prstGeom>
          <a:solidFill>
            <a:srgbClr val="99C6E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4AFB189-58DF-0CE1-6FF0-A3D4E753E1CF}"/>
              </a:ext>
            </a:extLst>
          </p:cNvPr>
          <p:cNvSpPr/>
          <p:nvPr/>
        </p:nvSpPr>
        <p:spPr>
          <a:xfrm>
            <a:off x="1039182" y="2901153"/>
            <a:ext cx="220227" cy="189189"/>
          </a:xfrm>
          <a:prstGeom prst="rect">
            <a:avLst/>
          </a:prstGeom>
          <a:solidFill>
            <a:srgbClr val="99C6E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938D5E4-A773-E464-5A6B-F4B451D6DB66}"/>
              </a:ext>
            </a:extLst>
          </p:cNvPr>
          <p:cNvSpPr/>
          <p:nvPr/>
        </p:nvSpPr>
        <p:spPr>
          <a:xfrm>
            <a:off x="1269115" y="2901151"/>
            <a:ext cx="220227" cy="189189"/>
          </a:xfrm>
          <a:prstGeom prst="rect">
            <a:avLst/>
          </a:prstGeom>
          <a:solidFill>
            <a:srgbClr val="99C6E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E3E2ADD-A93E-AB23-5139-09A13DA6B2EA}"/>
              </a:ext>
            </a:extLst>
          </p:cNvPr>
          <p:cNvCxnSpPr>
            <a:cxnSpLocks/>
          </p:cNvCxnSpPr>
          <p:nvPr/>
        </p:nvCxnSpPr>
        <p:spPr>
          <a:xfrm>
            <a:off x="1630312" y="2707430"/>
            <a:ext cx="395836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39386A65-A502-63D2-A80B-91803DFAAFCC}"/>
              </a:ext>
            </a:extLst>
          </p:cNvPr>
          <p:cNvSpPr txBox="1"/>
          <p:nvPr/>
        </p:nvSpPr>
        <p:spPr>
          <a:xfrm>
            <a:off x="1441907" y="2762418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0B5EACC-CFE8-91E5-8A59-5DFA3DB2A0A4}"/>
              </a:ext>
            </a:extLst>
          </p:cNvPr>
          <p:cNvSpPr/>
          <p:nvPr/>
        </p:nvSpPr>
        <p:spPr>
          <a:xfrm>
            <a:off x="2211876" y="2344790"/>
            <a:ext cx="220227" cy="189189"/>
          </a:xfrm>
          <a:prstGeom prst="rect">
            <a:avLst/>
          </a:prstGeom>
          <a:solidFill>
            <a:schemeClr val="accent2">
              <a:lumMod val="75000"/>
              <a:alpha val="34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42BBC86-B67E-E9BA-8352-17D6916FD6C0}"/>
              </a:ext>
            </a:extLst>
          </p:cNvPr>
          <p:cNvSpPr/>
          <p:nvPr/>
        </p:nvSpPr>
        <p:spPr>
          <a:xfrm>
            <a:off x="2441809" y="2344788"/>
            <a:ext cx="220227" cy="189189"/>
          </a:xfrm>
          <a:prstGeom prst="rect">
            <a:avLst/>
          </a:prstGeom>
          <a:solidFill>
            <a:schemeClr val="accent2">
              <a:lumMod val="75000"/>
              <a:alpha val="34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098DB1B-61F7-9FEE-4C88-315145B5EF1C}"/>
              </a:ext>
            </a:extLst>
          </p:cNvPr>
          <p:cNvSpPr/>
          <p:nvPr/>
        </p:nvSpPr>
        <p:spPr>
          <a:xfrm>
            <a:off x="2670102" y="2344788"/>
            <a:ext cx="220227" cy="189189"/>
          </a:xfrm>
          <a:prstGeom prst="rect">
            <a:avLst/>
          </a:prstGeom>
          <a:solidFill>
            <a:schemeClr val="accent2">
              <a:lumMod val="75000"/>
              <a:alpha val="34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0C7ACDF-18EB-7B58-ECC3-B22A32F08576}"/>
              </a:ext>
            </a:extLst>
          </p:cNvPr>
          <p:cNvSpPr/>
          <p:nvPr/>
        </p:nvSpPr>
        <p:spPr>
          <a:xfrm>
            <a:off x="2211876" y="2533977"/>
            <a:ext cx="220227" cy="189189"/>
          </a:xfrm>
          <a:prstGeom prst="rect">
            <a:avLst/>
          </a:prstGeom>
          <a:solidFill>
            <a:schemeClr val="accent2">
              <a:lumMod val="75000"/>
              <a:alpha val="34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370A7AF-BC8C-F539-250D-B7F860D11E42}"/>
              </a:ext>
            </a:extLst>
          </p:cNvPr>
          <p:cNvSpPr/>
          <p:nvPr/>
        </p:nvSpPr>
        <p:spPr>
          <a:xfrm>
            <a:off x="2441809" y="2533975"/>
            <a:ext cx="220227" cy="189189"/>
          </a:xfrm>
          <a:prstGeom prst="rect">
            <a:avLst/>
          </a:prstGeom>
          <a:solidFill>
            <a:schemeClr val="accent2">
              <a:lumMod val="75000"/>
              <a:alpha val="34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90B142B-D4B8-EB5D-608B-26CF1EC3D128}"/>
              </a:ext>
            </a:extLst>
          </p:cNvPr>
          <p:cNvSpPr/>
          <p:nvPr/>
        </p:nvSpPr>
        <p:spPr>
          <a:xfrm>
            <a:off x="2670102" y="2533975"/>
            <a:ext cx="220227" cy="189189"/>
          </a:xfrm>
          <a:prstGeom prst="rect">
            <a:avLst/>
          </a:prstGeom>
          <a:solidFill>
            <a:schemeClr val="accent2">
              <a:lumMod val="75000"/>
              <a:alpha val="34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1752DAA-F58B-979F-B73B-64CF6D65E4BC}"/>
              </a:ext>
            </a:extLst>
          </p:cNvPr>
          <p:cNvSpPr txBox="1"/>
          <p:nvPr/>
        </p:nvSpPr>
        <p:spPr>
          <a:xfrm>
            <a:off x="2318368" y="2623919"/>
            <a:ext cx="492444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C1B92E5-CD09-28E0-F1FC-0F8851B18898}"/>
              </a:ext>
            </a:extLst>
          </p:cNvPr>
          <p:cNvSpPr/>
          <p:nvPr/>
        </p:nvSpPr>
        <p:spPr>
          <a:xfrm>
            <a:off x="2211876" y="2882674"/>
            <a:ext cx="220227" cy="189189"/>
          </a:xfrm>
          <a:prstGeom prst="rect">
            <a:avLst/>
          </a:prstGeom>
          <a:solidFill>
            <a:schemeClr val="accent2">
              <a:lumMod val="75000"/>
              <a:alpha val="34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868ECFE-AE8B-02C8-D887-6231F43EC46A}"/>
              </a:ext>
            </a:extLst>
          </p:cNvPr>
          <p:cNvSpPr/>
          <p:nvPr/>
        </p:nvSpPr>
        <p:spPr>
          <a:xfrm>
            <a:off x="2441809" y="2882672"/>
            <a:ext cx="220227" cy="189189"/>
          </a:xfrm>
          <a:prstGeom prst="rect">
            <a:avLst/>
          </a:prstGeom>
          <a:solidFill>
            <a:schemeClr val="accent2">
              <a:lumMod val="75000"/>
              <a:alpha val="34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1776662-0B17-AE63-F2EE-E5EE9402E341}"/>
              </a:ext>
            </a:extLst>
          </p:cNvPr>
          <p:cNvSpPr/>
          <p:nvPr/>
        </p:nvSpPr>
        <p:spPr>
          <a:xfrm>
            <a:off x="2670102" y="2882672"/>
            <a:ext cx="220227" cy="189189"/>
          </a:xfrm>
          <a:prstGeom prst="rect">
            <a:avLst/>
          </a:prstGeom>
          <a:solidFill>
            <a:schemeClr val="accent2">
              <a:lumMod val="75000"/>
              <a:alpha val="34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EDE6FA16-013D-9235-2102-0AD41114F4C1}"/>
              </a:ext>
            </a:extLst>
          </p:cNvPr>
          <p:cNvCxnSpPr>
            <a:cxnSpLocks/>
          </p:cNvCxnSpPr>
          <p:nvPr/>
        </p:nvCxnSpPr>
        <p:spPr>
          <a:xfrm flipV="1">
            <a:off x="2486979" y="1781785"/>
            <a:ext cx="0" cy="467793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75ED17D5-AABD-EA10-0C8A-0DEAF955F3B7}"/>
              </a:ext>
            </a:extLst>
          </p:cNvPr>
          <p:cNvSpPr txBox="1"/>
          <p:nvPr/>
        </p:nvSpPr>
        <p:spPr>
          <a:xfrm>
            <a:off x="2544942" y="1738888"/>
            <a:ext cx="749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7258E0DC-3704-0304-452A-9C29335DCDA5}"/>
              </a:ext>
            </a:extLst>
          </p:cNvPr>
          <p:cNvSpPr/>
          <p:nvPr/>
        </p:nvSpPr>
        <p:spPr>
          <a:xfrm rot="2082861">
            <a:off x="2093920" y="446170"/>
            <a:ext cx="472064" cy="565161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098E4C0E-F257-93A5-81CB-D926B722763E}"/>
              </a:ext>
            </a:extLst>
          </p:cNvPr>
          <p:cNvSpPr/>
          <p:nvPr/>
        </p:nvSpPr>
        <p:spPr>
          <a:xfrm>
            <a:off x="2261105" y="520961"/>
            <a:ext cx="85453" cy="87086"/>
          </a:xfrm>
          <a:prstGeom prst="ellipse">
            <a:avLst/>
          </a:prstGeom>
          <a:solidFill>
            <a:schemeClr val="tx1">
              <a:lumMod val="75000"/>
              <a:lumOff val="25000"/>
              <a:alpha val="78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2A52A9E0-10A5-24F5-7281-75E552D3BE8B}"/>
              </a:ext>
            </a:extLst>
          </p:cNvPr>
          <p:cNvSpPr/>
          <p:nvPr/>
        </p:nvSpPr>
        <p:spPr>
          <a:xfrm>
            <a:off x="2413505" y="673361"/>
            <a:ext cx="85453" cy="87086"/>
          </a:xfrm>
          <a:prstGeom prst="ellipse">
            <a:avLst/>
          </a:prstGeom>
          <a:solidFill>
            <a:schemeClr val="tx1">
              <a:lumMod val="75000"/>
              <a:lumOff val="25000"/>
              <a:alpha val="78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B2C4C64A-5DBA-A116-CAF7-DD5D37A0F53F}"/>
              </a:ext>
            </a:extLst>
          </p:cNvPr>
          <p:cNvSpPr/>
          <p:nvPr/>
        </p:nvSpPr>
        <p:spPr>
          <a:xfrm>
            <a:off x="2164495" y="768196"/>
            <a:ext cx="85453" cy="87086"/>
          </a:xfrm>
          <a:prstGeom prst="ellipse">
            <a:avLst/>
          </a:prstGeom>
          <a:solidFill>
            <a:schemeClr val="tx1">
              <a:lumMod val="75000"/>
              <a:lumOff val="25000"/>
              <a:alpha val="78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56EA96FA-F2AA-4203-A31F-A77FE3B0B899}"/>
              </a:ext>
            </a:extLst>
          </p:cNvPr>
          <p:cNvSpPr/>
          <p:nvPr/>
        </p:nvSpPr>
        <p:spPr>
          <a:xfrm>
            <a:off x="2228448" y="710013"/>
            <a:ext cx="85453" cy="87086"/>
          </a:xfrm>
          <a:prstGeom prst="ellipse">
            <a:avLst/>
          </a:prstGeom>
          <a:solidFill>
            <a:schemeClr val="tx1">
              <a:lumMod val="75000"/>
              <a:lumOff val="25000"/>
              <a:alpha val="78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DCC8CDC0-3606-2E25-36E9-BCE1C1C89334}"/>
              </a:ext>
            </a:extLst>
          </p:cNvPr>
          <p:cNvSpPr/>
          <p:nvPr/>
        </p:nvSpPr>
        <p:spPr>
          <a:xfrm rot="21213839">
            <a:off x="2584617" y="606704"/>
            <a:ext cx="472064" cy="734399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0CA56E21-89AC-4383-D52A-F43D8E7AB076}"/>
              </a:ext>
            </a:extLst>
          </p:cNvPr>
          <p:cNvSpPr/>
          <p:nvPr/>
        </p:nvSpPr>
        <p:spPr>
          <a:xfrm rot="1342508">
            <a:off x="2077440" y="1004419"/>
            <a:ext cx="472064" cy="550107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8DDF403D-33FF-1EFB-6DB3-658024978FE1}"/>
              </a:ext>
            </a:extLst>
          </p:cNvPr>
          <p:cNvSpPr/>
          <p:nvPr/>
        </p:nvSpPr>
        <p:spPr>
          <a:xfrm>
            <a:off x="2257021" y="1111976"/>
            <a:ext cx="85453" cy="87086"/>
          </a:xfrm>
          <a:prstGeom prst="ellipse">
            <a:avLst/>
          </a:prstGeom>
          <a:solidFill>
            <a:srgbClr val="0070C0">
              <a:alpha val="78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A6168341-03EB-96F1-2202-3AC387BD84F7}"/>
              </a:ext>
            </a:extLst>
          </p:cNvPr>
          <p:cNvSpPr/>
          <p:nvPr/>
        </p:nvSpPr>
        <p:spPr>
          <a:xfrm>
            <a:off x="2400987" y="1142557"/>
            <a:ext cx="85453" cy="87086"/>
          </a:xfrm>
          <a:prstGeom prst="ellipse">
            <a:avLst/>
          </a:prstGeom>
          <a:solidFill>
            <a:srgbClr val="0070C0">
              <a:alpha val="78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A78D6A0F-0763-7476-B82E-81E796EDEB32}"/>
              </a:ext>
            </a:extLst>
          </p:cNvPr>
          <p:cNvSpPr/>
          <p:nvPr/>
        </p:nvSpPr>
        <p:spPr>
          <a:xfrm>
            <a:off x="2160411" y="1359211"/>
            <a:ext cx="85453" cy="87086"/>
          </a:xfrm>
          <a:prstGeom prst="ellipse">
            <a:avLst/>
          </a:prstGeom>
          <a:solidFill>
            <a:srgbClr val="0070C0">
              <a:alpha val="78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A831FCAD-B772-6483-980E-E21BDB314E67}"/>
              </a:ext>
            </a:extLst>
          </p:cNvPr>
          <p:cNvSpPr/>
          <p:nvPr/>
        </p:nvSpPr>
        <p:spPr>
          <a:xfrm>
            <a:off x="2277786" y="1270257"/>
            <a:ext cx="85453" cy="87086"/>
          </a:xfrm>
          <a:prstGeom prst="ellipse">
            <a:avLst/>
          </a:prstGeom>
          <a:solidFill>
            <a:srgbClr val="0070C0">
              <a:alpha val="78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E3AE4BA9-85EC-A1B4-0085-F26BA299238F}"/>
              </a:ext>
            </a:extLst>
          </p:cNvPr>
          <p:cNvSpPr/>
          <p:nvPr/>
        </p:nvSpPr>
        <p:spPr>
          <a:xfrm>
            <a:off x="2386701" y="1290129"/>
            <a:ext cx="85453" cy="87086"/>
          </a:xfrm>
          <a:prstGeom prst="ellipse">
            <a:avLst/>
          </a:prstGeom>
          <a:solidFill>
            <a:srgbClr val="0070C0">
              <a:alpha val="78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E3D6CD05-8005-D05A-E973-F4ACD40DC888}"/>
              </a:ext>
            </a:extLst>
          </p:cNvPr>
          <p:cNvSpPr/>
          <p:nvPr/>
        </p:nvSpPr>
        <p:spPr>
          <a:xfrm>
            <a:off x="2734431" y="747891"/>
            <a:ext cx="85453" cy="87086"/>
          </a:xfrm>
          <a:prstGeom prst="ellipse">
            <a:avLst/>
          </a:prstGeom>
          <a:solidFill>
            <a:schemeClr val="accent2">
              <a:lumMod val="75000"/>
              <a:alpha val="78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CFF1B701-543B-4567-D94D-F19D8BEE7905}"/>
              </a:ext>
            </a:extLst>
          </p:cNvPr>
          <p:cNvSpPr/>
          <p:nvPr/>
        </p:nvSpPr>
        <p:spPr>
          <a:xfrm>
            <a:off x="2743422" y="902658"/>
            <a:ext cx="85453" cy="87086"/>
          </a:xfrm>
          <a:prstGeom prst="ellipse">
            <a:avLst/>
          </a:prstGeom>
          <a:solidFill>
            <a:schemeClr val="accent2">
              <a:lumMod val="75000"/>
              <a:alpha val="78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5E4D5EEB-7748-2375-77CB-45C206F0D7EE}"/>
              </a:ext>
            </a:extLst>
          </p:cNvPr>
          <p:cNvSpPr/>
          <p:nvPr/>
        </p:nvSpPr>
        <p:spPr>
          <a:xfrm>
            <a:off x="2932000" y="1005491"/>
            <a:ext cx="85453" cy="87086"/>
          </a:xfrm>
          <a:prstGeom prst="ellipse">
            <a:avLst/>
          </a:prstGeom>
          <a:solidFill>
            <a:schemeClr val="accent2">
              <a:lumMod val="75000"/>
              <a:alpha val="78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1E9DA18B-2B65-B4D8-098C-318635C408FD}"/>
              </a:ext>
            </a:extLst>
          </p:cNvPr>
          <p:cNvSpPr/>
          <p:nvPr/>
        </p:nvSpPr>
        <p:spPr>
          <a:xfrm>
            <a:off x="2896449" y="1155920"/>
            <a:ext cx="85453" cy="87086"/>
          </a:xfrm>
          <a:prstGeom prst="ellipse">
            <a:avLst/>
          </a:prstGeom>
          <a:solidFill>
            <a:schemeClr val="accent2">
              <a:lumMod val="75000"/>
              <a:alpha val="78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8DCF0C0A-CBCE-FEB0-6E5E-AFF3ABD21BAA}"/>
              </a:ext>
            </a:extLst>
          </p:cNvPr>
          <p:cNvSpPr/>
          <p:nvPr/>
        </p:nvSpPr>
        <p:spPr>
          <a:xfrm>
            <a:off x="2632154" y="1035060"/>
            <a:ext cx="85453" cy="87086"/>
          </a:xfrm>
          <a:prstGeom prst="ellipse">
            <a:avLst/>
          </a:prstGeom>
          <a:solidFill>
            <a:schemeClr val="accent2">
              <a:lumMod val="75000"/>
              <a:alpha val="78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C23AD434-963E-49A0-33FA-D0421BA39864}"/>
                  </a:ext>
                </a:extLst>
              </p:cNvPr>
              <p:cNvSpPr txBox="1"/>
              <p:nvPr/>
            </p:nvSpPr>
            <p:spPr>
              <a:xfrm>
                <a:off x="1909921" y="266106"/>
                <a:ext cx="4019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C23AD434-963E-49A0-33FA-D0421BA39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921" y="266106"/>
                <a:ext cx="401905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0EB961D6-2AAD-7867-C89C-91AE4C6570B2}"/>
                  </a:ext>
                </a:extLst>
              </p:cNvPr>
              <p:cNvSpPr txBox="1"/>
              <p:nvPr/>
            </p:nvSpPr>
            <p:spPr>
              <a:xfrm>
                <a:off x="2287982" y="1478277"/>
                <a:ext cx="4019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0EB961D6-2AAD-7867-C89C-91AE4C657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982" y="1478277"/>
                <a:ext cx="401905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B7FC669D-11BE-E179-06E6-220AE208C87F}"/>
                  </a:ext>
                </a:extLst>
              </p:cNvPr>
              <p:cNvSpPr txBox="1"/>
              <p:nvPr/>
            </p:nvSpPr>
            <p:spPr>
              <a:xfrm>
                <a:off x="2662156" y="1324445"/>
                <a:ext cx="4103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B7FC669D-11BE-E179-06E6-220AE208C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2156" y="1324445"/>
                <a:ext cx="410369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文本框 78">
            <a:extLst>
              <a:ext uri="{FF2B5EF4-FFF2-40B4-BE49-F238E27FC236}">
                <a16:creationId xmlns:a16="http://schemas.microsoft.com/office/drawing/2014/main" id="{B05616EF-9A38-2AE0-A25C-3E826CF1F37A}"/>
              </a:ext>
            </a:extLst>
          </p:cNvPr>
          <p:cNvSpPr txBox="1"/>
          <p:nvPr/>
        </p:nvSpPr>
        <p:spPr>
          <a:xfrm>
            <a:off x="274531" y="3039108"/>
            <a:ext cx="1163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Vector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9EC20A1-1416-0A72-52AA-0FEF0D424415}"/>
              </a:ext>
            </a:extLst>
          </p:cNvPr>
          <p:cNvSpPr txBox="1"/>
          <p:nvPr/>
        </p:nvSpPr>
        <p:spPr>
          <a:xfrm>
            <a:off x="3443601" y="13897"/>
            <a:ext cx="27174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Domain Impact Matrix</a:t>
            </a:r>
            <a:endParaRPr lang="zh-CN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6" name="图形 85">
            <a:extLst>
              <a:ext uri="{FF2B5EF4-FFF2-40B4-BE49-F238E27FC236}">
                <a16:creationId xmlns:a16="http://schemas.microsoft.com/office/drawing/2014/main" id="{4A1B95C2-9AF6-C222-0050-6107DE750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212" y="357626"/>
            <a:ext cx="560976" cy="560976"/>
          </a:xfrm>
          <a:prstGeom prst="rect">
            <a:avLst/>
          </a:prstGeom>
        </p:spPr>
      </p:pic>
      <p:pic>
        <p:nvPicPr>
          <p:cNvPr id="87" name="图形 86">
            <a:extLst>
              <a:ext uri="{FF2B5EF4-FFF2-40B4-BE49-F238E27FC236}">
                <a16:creationId xmlns:a16="http://schemas.microsoft.com/office/drawing/2014/main" id="{0C37F999-0376-6E4F-260E-C29972E1E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212" y="898832"/>
            <a:ext cx="560976" cy="560976"/>
          </a:xfrm>
          <a:prstGeom prst="rect">
            <a:avLst/>
          </a:prstGeom>
        </p:spPr>
      </p:pic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3C218900-98B8-6DC3-5521-4AF97057EE4E}"/>
              </a:ext>
            </a:extLst>
          </p:cNvPr>
          <p:cNvCxnSpPr>
            <a:cxnSpLocks/>
          </p:cNvCxnSpPr>
          <p:nvPr/>
        </p:nvCxnSpPr>
        <p:spPr>
          <a:xfrm>
            <a:off x="3141455" y="1035060"/>
            <a:ext cx="348343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F09398F1-7EAF-3CA8-FD8D-6D258A3C3BA1}"/>
                  </a:ext>
                </a:extLst>
              </p:cNvPr>
              <p:cNvSpPr txBox="1"/>
              <p:nvPr/>
            </p:nvSpPr>
            <p:spPr>
              <a:xfrm>
                <a:off x="3455998" y="384375"/>
                <a:ext cx="4019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F09398F1-7EAF-3CA8-FD8D-6D258A3C3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5998" y="384375"/>
                <a:ext cx="401905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CB148418-87AD-1B5F-1E1B-B4680FF21662}"/>
                  </a:ext>
                </a:extLst>
              </p:cNvPr>
              <p:cNvSpPr txBox="1"/>
              <p:nvPr/>
            </p:nvSpPr>
            <p:spPr>
              <a:xfrm>
                <a:off x="3455998" y="712563"/>
                <a:ext cx="4019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CB148418-87AD-1B5F-1E1B-B4680FF21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5998" y="712563"/>
                <a:ext cx="401905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7277A0FD-B09D-4A3D-7A53-58B198DC9AB2}"/>
                  </a:ext>
                </a:extLst>
              </p:cNvPr>
              <p:cNvSpPr txBox="1"/>
              <p:nvPr/>
            </p:nvSpPr>
            <p:spPr>
              <a:xfrm>
                <a:off x="3474600" y="954016"/>
                <a:ext cx="3385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7277A0FD-B09D-4A3D-7A53-58B198DC9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600" y="954016"/>
                <a:ext cx="338554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0B58B19E-1047-D4B5-7860-EEAAD5ED7065}"/>
                  </a:ext>
                </a:extLst>
              </p:cNvPr>
              <p:cNvSpPr txBox="1"/>
              <p:nvPr/>
            </p:nvSpPr>
            <p:spPr>
              <a:xfrm>
                <a:off x="3451766" y="1310879"/>
                <a:ext cx="4103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0B58B19E-1047-D4B5-7860-EEAAD5ED7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766" y="1310879"/>
                <a:ext cx="4103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2326CC73-CF21-4660-A07E-AF68E55B40EE}"/>
                  </a:ext>
                </a:extLst>
              </p:cNvPr>
              <p:cNvSpPr txBox="1"/>
              <p:nvPr/>
            </p:nvSpPr>
            <p:spPr>
              <a:xfrm>
                <a:off x="4068908" y="1839767"/>
                <a:ext cx="148361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Downstream Tasks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𝒮</m:t>
                    </m:r>
                  </m:oMath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2326CC73-CF21-4660-A07E-AF68E55B4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908" y="1839767"/>
                <a:ext cx="1483611" cy="276999"/>
              </a:xfrm>
              <a:prstGeom prst="rect">
                <a:avLst/>
              </a:prstGeom>
              <a:blipFill>
                <a:blip r:embed="rId13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6CD73A6B-11D1-1E45-3990-2054C4459238}"/>
                  </a:ext>
                </a:extLst>
              </p:cNvPr>
              <p:cNvSpPr txBox="1"/>
              <p:nvPr/>
            </p:nvSpPr>
            <p:spPr>
              <a:xfrm>
                <a:off x="3922955" y="1582569"/>
                <a:ext cx="36670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6CD73A6B-11D1-1E45-3990-2054C4459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955" y="1582569"/>
                <a:ext cx="366702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60DF4ECD-F3AF-7D2A-36B4-09CBF5262B6A}"/>
                  </a:ext>
                </a:extLst>
              </p:cNvPr>
              <p:cNvSpPr txBox="1"/>
              <p:nvPr/>
            </p:nvSpPr>
            <p:spPr>
              <a:xfrm>
                <a:off x="4432013" y="1582569"/>
                <a:ext cx="3702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60DF4ECD-F3AF-7D2A-36B4-09CBF5262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013" y="1582569"/>
                <a:ext cx="370294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7CA3E8A5-92A2-2CB4-E5F6-5251B0CA3E69}"/>
                  </a:ext>
                </a:extLst>
              </p:cNvPr>
              <p:cNvSpPr txBox="1"/>
              <p:nvPr/>
            </p:nvSpPr>
            <p:spPr>
              <a:xfrm>
                <a:off x="4982017" y="1582569"/>
                <a:ext cx="3385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7CA3E8A5-92A2-2CB4-E5F6-5251B0CA3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017" y="1582569"/>
                <a:ext cx="338554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9FDC62D0-5441-E785-5A4A-EBB7291DBD86}"/>
                  </a:ext>
                </a:extLst>
              </p:cNvPr>
              <p:cNvSpPr txBox="1"/>
              <p:nvPr/>
            </p:nvSpPr>
            <p:spPr>
              <a:xfrm>
                <a:off x="5425573" y="1582569"/>
                <a:ext cx="4122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9FDC62D0-5441-E785-5A4A-EBB7291DB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573" y="1582569"/>
                <a:ext cx="412292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矩形 102">
            <a:extLst>
              <a:ext uri="{FF2B5EF4-FFF2-40B4-BE49-F238E27FC236}">
                <a16:creationId xmlns:a16="http://schemas.microsoft.com/office/drawing/2014/main" id="{36ADC2C4-AD8A-F771-EBBE-23222F3F9518}"/>
              </a:ext>
            </a:extLst>
          </p:cNvPr>
          <p:cNvSpPr/>
          <p:nvPr/>
        </p:nvSpPr>
        <p:spPr>
          <a:xfrm>
            <a:off x="3872987" y="408619"/>
            <a:ext cx="513795" cy="292211"/>
          </a:xfrm>
          <a:prstGeom prst="rect">
            <a:avLst/>
          </a:prstGeom>
          <a:solidFill>
            <a:schemeClr val="accent6">
              <a:alpha val="5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0.07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8C822A7C-0063-9C72-2A14-771538BF4C46}"/>
              </a:ext>
            </a:extLst>
          </p:cNvPr>
          <p:cNvSpPr/>
          <p:nvPr/>
        </p:nvSpPr>
        <p:spPr>
          <a:xfrm>
            <a:off x="3879174" y="710634"/>
            <a:ext cx="513795" cy="292211"/>
          </a:xfrm>
          <a:prstGeom prst="rect">
            <a:avLst/>
          </a:prstGeom>
          <a:solidFill>
            <a:schemeClr val="accent6">
              <a:alpha val="4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0.05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3882E46D-9239-DF81-EC49-830F6263AAA3}"/>
              </a:ext>
            </a:extLst>
          </p:cNvPr>
          <p:cNvSpPr/>
          <p:nvPr/>
        </p:nvSpPr>
        <p:spPr>
          <a:xfrm>
            <a:off x="3879174" y="1275624"/>
            <a:ext cx="513795" cy="292211"/>
          </a:xfrm>
          <a:prstGeom prst="rect">
            <a:avLst/>
          </a:prstGeom>
          <a:solidFill>
            <a:schemeClr val="accent6">
              <a:alpha val="89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0.19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DB8C7300-DE55-2009-1C80-91FAA14DF5FF}"/>
                  </a:ext>
                </a:extLst>
              </p:cNvPr>
              <p:cNvSpPr txBox="1"/>
              <p:nvPr/>
            </p:nvSpPr>
            <p:spPr>
              <a:xfrm>
                <a:off x="3905920" y="954016"/>
                <a:ext cx="4328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DB8C7300-DE55-2009-1C80-91FAA14DF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920" y="954016"/>
                <a:ext cx="432807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矩形 121">
            <a:extLst>
              <a:ext uri="{FF2B5EF4-FFF2-40B4-BE49-F238E27FC236}">
                <a16:creationId xmlns:a16="http://schemas.microsoft.com/office/drawing/2014/main" id="{B4BD77DF-94E5-3150-EE35-42612BEC7B15}"/>
              </a:ext>
            </a:extLst>
          </p:cNvPr>
          <p:cNvSpPr/>
          <p:nvPr/>
        </p:nvSpPr>
        <p:spPr>
          <a:xfrm>
            <a:off x="4404511" y="408619"/>
            <a:ext cx="513795" cy="292211"/>
          </a:xfrm>
          <a:prstGeom prst="rect">
            <a:avLst/>
          </a:prstGeom>
          <a:solidFill>
            <a:schemeClr val="accent6">
              <a:alpha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0.12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BB35EB3F-BCFE-AED6-CF68-58D7C7BB8486}"/>
              </a:ext>
            </a:extLst>
          </p:cNvPr>
          <p:cNvSpPr/>
          <p:nvPr/>
        </p:nvSpPr>
        <p:spPr>
          <a:xfrm>
            <a:off x="4410698" y="710634"/>
            <a:ext cx="513795" cy="292211"/>
          </a:xfrm>
          <a:prstGeom prst="rect">
            <a:avLst/>
          </a:prstGeom>
          <a:solidFill>
            <a:schemeClr val="accent6">
              <a:alpha val="6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0.09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9C425250-938F-F080-8EB3-E817F7C43898}"/>
              </a:ext>
            </a:extLst>
          </p:cNvPr>
          <p:cNvSpPr/>
          <p:nvPr/>
        </p:nvSpPr>
        <p:spPr>
          <a:xfrm>
            <a:off x="4410698" y="1275624"/>
            <a:ext cx="513795" cy="292211"/>
          </a:xfrm>
          <a:prstGeom prst="rect">
            <a:avLst/>
          </a:prstGeom>
          <a:solidFill>
            <a:srgbClr val="FF0000">
              <a:alpha val="18000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-0.06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DC534CC1-5717-526D-E10D-A636451DE964}"/>
                  </a:ext>
                </a:extLst>
              </p:cNvPr>
              <p:cNvSpPr txBox="1"/>
              <p:nvPr/>
            </p:nvSpPr>
            <p:spPr>
              <a:xfrm>
                <a:off x="4437444" y="954016"/>
                <a:ext cx="4328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DC534CC1-5717-526D-E10D-A636451DE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444" y="954016"/>
                <a:ext cx="432807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CCF8E14D-BDC1-EC0D-6A90-B3C2778EA6EC}"/>
                  </a:ext>
                </a:extLst>
              </p:cNvPr>
              <p:cNvSpPr txBox="1"/>
              <p:nvPr/>
            </p:nvSpPr>
            <p:spPr>
              <a:xfrm>
                <a:off x="4934902" y="954016"/>
                <a:ext cx="4328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CCF8E14D-BDC1-EC0D-6A90-B3C2778EA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902" y="954016"/>
                <a:ext cx="432807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矩形 129">
            <a:extLst>
              <a:ext uri="{FF2B5EF4-FFF2-40B4-BE49-F238E27FC236}">
                <a16:creationId xmlns:a16="http://schemas.microsoft.com/office/drawing/2014/main" id="{1C9A6B08-6E35-5F0F-8C4B-516798D41A47}"/>
              </a:ext>
            </a:extLst>
          </p:cNvPr>
          <p:cNvSpPr/>
          <p:nvPr/>
        </p:nvSpPr>
        <p:spPr>
          <a:xfrm>
            <a:off x="5425584" y="408619"/>
            <a:ext cx="513795" cy="292211"/>
          </a:xfrm>
          <a:prstGeom prst="rect">
            <a:avLst/>
          </a:prstGeom>
          <a:solidFill>
            <a:schemeClr val="accent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0.26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073647FB-6DD0-12C8-857B-4177DDE0B24F}"/>
              </a:ext>
            </a:extLst>
          </p:cNvPr>
          <p:cNvSpPr/>
          <p:nvPr/>
        </p:nvSpPr>
        <p:spPr>
          <a:xfrm>
            <a:off x="5431771" y="710634"/>
            <a:ext cx="513795" cy="292211"/>
          </a:xfrm>
          <a:prstGeom prst="rect">
            <a:avLst/>
          </a:prstGeom>
          <a:solidFill>
            <a:schemeClr val="accent6">
              <a:alpha val="3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0.03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E1C14BEC-7A6F-063A-3416-BAD51DCC58F0}"/>
              </a:ext>
            </a:extLst>
          </p:cNvPr>
          <p:cNvSpPr/>
          <p:nvPr/>
        </p:nvSpPr>
        <p:spPr>
          <a:xfrm>
            <a:off x="5431771" y="1275624"/>
            <a:ext cx="513795" cy="292211"/>
          </a:xfrm>
          <a:prstGeom prst="rect">
            <a:avLst/>
          </a:prstGeom>
          <a:solidFill>
            <a:schemeClr val="accent6">
              <a:alpha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0.11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ACBBA8F8-7481-1A04-F4E7-3938617E94C3}"/>
                  </a:ext>
                </a:extLst>
              </p:cNvPr>
              <p:cNvSpPr txBox="1"/>
              <p:nvPr/>
            </p:nvSpPr>
            <p:spPr>
              <a:xfrm>
                <a:off x="5458517" y="954016"/>
                <a:ext cx="4328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ACBBA8F8-7481-1A04-F4E7-3938617E9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517" y="954016"/>
                <a:ext cx="432807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A81B3B24-983D-4DFD-D12F-5DF22BFED973}"/>
                  </a:ext>
                </a:extLst>
              </p:cNvPr>
              <p:cNvSpPr txBox="1"/>
              <p:nvPr/>
            </p:nvSpPr>
            <p:spPr>
              <a:xfrm>
                <a:off x="4934902" y="1249749"/>
                <a:ext cx="4328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A81B3B24-983D-4DFD-D12F-5DF22BFED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902" y="1249749"/>
                <a:ext cx="432807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64A3964F-F77A-F155-7273-4447316B3735}"/>
                  </a:ext>
                </a:extLst>
              </p:cNvPr>
              <p:cNvSpPr txBox="1"/>
              <p:nvPr/>
            </p:nvSpPr>
            <p:spPr>
              <a:xfrm>
                <a:off x="4934902" y="710634"/>
                <a:ext cx="4328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64A3964F-F77A-F155-7273-4447316B3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902" y="710634"/>
                <a:ext cx="432807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B50F3AF6-7E9E-F4B9-D67F-6A9E7EB9A61E}"/>
                  </a:ext>
                </a:extLst>
              </p:cNvPr>
              <p:cNvSpPr txBox="1"/>
              <p:nvPr/>
            </p:nvSpPr>
            <p:spPr>
              <a:xfrm>
                <a:off x="4934902" y="369857"/>
                <a:ext cx="4328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B50F3AF6-7E9E-F4B9-D67F-6A9E7EB9A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902" y="369857"/>
                <a:ext cx="432807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文本框 153">
            <a:extLst>
              <a:ext uri="{FF2B5EF4-FFF2-40B4-BE49-F238E27FC236}">
                <a16:creationId xmlns:a16="http://schemas.microsoft.com/office/drawing/2014/main" id="{01D7D509-CAC1-7623-170D-AB6E6F4EFCB5}"/>
              </a:ext>
            </a:extLst>
          </p:cNvPr>
          <p:cNvSpPr txBox="1"/>
          <p:nvPr/>
        </p:nvSpPr>
        <p:spPr>
          <a:xfrm>
            <a:off x="6465186" y="19072"/>
            <a:ext cx="2585286" cy="3385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Update Sampling Vector</a:t>
            </a:r>
          </a:p>
        </p:txBody>
      </p:sp>
      <p:sp>
        <p:nvSpPr>
          <p:cNvPr id="155" name="弧形 154">
            <a:extLst>
              <a:ext uri="{FF2B5EF4-FFF2-40B4-BE49-F238E27FC236}">
                <a16:creationId xmlns:a16="http://schemas.microsoft.com/office/drawing/2014/main" id="{BF17D856-842A-870C-4013-2B8D3B0C6544}"/>
              </a:ext>
            </a:extLst>
          </p:cNvPr>
          <p:cNvSpPr/>
          <p:nvPr/>
        </p:nvSpPr>
        <p:spPr>
          <a:xfrm rot="10560476">
            <a:off x="3856140" y="1578013"/>
            <a:ext cx="341683" cy="783413"/>
          </a:xfrm>
          <a:prstGeom prst="arc">
            <a:avLst>
              <a:gd name="adj1" fmla="val 17822596"/>
              <a:gd name="adj2" fmla="val 4752588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44DF24C-7EDF-82BE-A9E5-2B46C6E5C2A8}"/>
                  </a:ext>
                </a:extLst>
              </p:cNvPr>
              <p:cNvSpPr txBox="1"/>
              <p:nvPr/>
            </p:nvSpPr>
            <p:spPr>
              <a:xfrm>
                <a:off x="3276440" y="2923324"/>
                <a:ext cx="300229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zh-CN" sz="1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zh-CN" altLang="en-US" sz="1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m:rPr>
                                <m:sty m:val="p"/>
                              </m:r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⊙</m:t>
                            </m:r>
                            <m:r>
                              <m:rPr>
                                <m:sty m:val="p"/>
                              </m:rPr>
                              <a:rPr lang="en-US" altLang="zh-CN" sz="1200"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m:rPr>
                                <m:sty m:val="p"/>
                              </m:r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44DF24C-7EDF-82BE-A9E5-2B46C6E5C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440" y="2923324"/>
                <a:ext cx="3002297" cy="276999"/>
              </a:xfrm>
              <a:prstGeom prst="rect">
                <a:avLst/>
              </a:prstGeom>
              <a:blipFill>
                <a:blip r:embed="rId2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B185F8DD-5EB5-7DE1-AC56-2780D2B97FC2}"/>
                  </a:ext>
                </a:extLst>
              </p:cNvPr>
              <p:cNvSpPr txBox="1"/>
              <p:nvPr/>
            </p:nvSpPr>
            <p:spPr>
              <a:xfrm>
                <a:off x="3450602" y="2177823"/>
                <a:ext cx="2719322" cy="714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𝐾𝐿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‖  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12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≈ </m:t>
                      </m:r>
                      <m:f>
                        <m:f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CN" sz="1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2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sz="12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CN" sz="12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B185F8DD-5EB5-7DE1-AC56-2780D2B97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602" y="2177823"/>
                <a:ext cx="2719322" cy="714426"/>
              </a:xfrm>
              <a:prstGeom prst="rect">
                <a:avLst/>
              </a:prstGeom>
              <a:blipFill>
                <a:blip r:embed="rId22"/>
                <a:stretch>
                  <a:fillRect b="-8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C692E310-21F9-0C88-6CDB-6265D11184A4}"/>
              </a:ext>
            </a:extLst>
          </p:cNvPr>
          <p:cNvCxnSpPr>
            <a:cxnSpLocks/>
          </p:cNvCxnSpPr>
          <p:nvPr/>
        </p:nvCxnSpPr>
        <p:spPr>
          <a:xfrm>
            <a:off x="7059481" y="2514231"/>
            <a:ext cx="0" cy="208643"/>
          </a:xfrm>
          <a:prstGeom prst="straightConnector1">
            <a:avLst/>
          </a:prstGeom>
          <a:ln w="12700">
            <a:solidFill>
              <a:schemeClr val="tx1"/>
            </a:solidFill>
            <a:headEnd type="stealth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D6826E02-D9AF-3807-D8F3-522AD5921A74}"/>
              </a:ext>
            </a:extLst>
          </p:cNvPr>
          <p:cNvCxnSpPr>
            <a:cxnSpLocks/>
          </p:cNvCxnSpPr>
          <p:nvPr/>
        </p:nvCxnSpPr>
        <p:spPr>
          <a:xfrm>
            <a:off x="8893716" y="2731038"/>
            <a:ext cx="0" cy="278493"/>
          </a:xfrm>
          <a:prstGeom prst="straightConnector1">
            <a:avLst/>
          </a:prstGeom>
          <a:ln w="12700">
            <a:solidFill>
              <a:schemeClr val="tx1"/>
            </a:solidFill>
            <a:headEnd type="stealth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47F64DC2-5AF8-9DD9-EFFF-7F84F8AE67D2}"/>
              </a:ext>
            </a:extLst>
          </p:cNvPr>
          <p:cNvCxnSpPr>
            <a:cxnSpLocks/>
          </p:cNvCxnSpPr>
          <p:nvPr/>
        </p:nvCxnSpPr>
        <p:spPr>
          <a:xfrm>
            <a:off x="6545044" y="2728307"/>
            <a:ext cx="2395764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FC225013-18AE-AA25-0ADC-CD933E21DEB7}"/>
                  </a:ext>
                </a:extLst>
              </p:cNvPr>
              <p:cNvSpPr txBox="1"/>
              <p:nvPr/>
            </p:nvSpPr>
            <p:spPr>
              <a:xfrm>
                <a:off x="8212701" y="2674401"/>
                <a:ext cx="600104" cy="220458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algn="l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Potential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FC225013-18AE-AA25-0ADC-CD933E21D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2701" y="2674401"/>
                <a:ext cx="600104" cy="220458"/>
              </a:xfrm>
              <a:prstGeom prst="rect">
                <a:avLst/>
              </a:prstGeom>
              <a:blipFill>
                <a:blip r:embed="rId23"/>
                <a:stretch>
                  <a:fillRect r="-17172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81DBAB0F-F013-5B0C-DB8D-7890C9F301BD}"/>
                  </a:ext>
                </a:extLst>
              </p:cNvPr>
              <p:cNvSpPr txBox="1"/>
              <p:nvPr/>
            </p:nvSpPr>
            <p:spPr>
              <a:xfrm>
                <a:off x="6496273" y="2676365"/>
                <a:ext cx="10040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</a:t>
                </a:r>
              </a:p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Improvement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81DBAB0F-F013-5B0C-DB8D-7890C9F30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273" y="2676365"/>
                <a:ext cx="1004057" cy="400110"/>
              </a:xfrm>
              <a:prstGeom prst="rect">
                <a:avLst/>
              </a:prstGeom>
              <a:blipFill>
                <a:blip r:embed="rId24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9" name="图形 198">
            <a:extLst>
              <a:ext uri="{FF2B5EF4-FFF2-40B4-BE49-F238E27FC236}">
                <a16:creationId xmlns:a16="http://schemas.microsoft.com/office/drawing/2014/main" id="{B6477981-EE77-80D9-E350-CE5CF7FE14B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301359" y="1786693"/>
            <a:ext cx="2758293" cy="1535270"/>
          </a:xfrm>
          <a:prstGeom prst="rect">
            <a:avLst/>
          </a:prstGeom>
        </p:spPr>
      </p:pic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A7FEEF49-6F69-7BDB-9207-F9283FCB8852}"/>
              </a:ext>
            </a:extLst>
          </p:cNvPr>
          <p:cNvCxnSpPr>
            <a:cxnSpLocks/>
          </p:cNvCxnSpPr>
          <p:nvPr/>
        </p:nvCxnSpPr>
        <p:spPr>
          <a:xfrm>
            <a:off x="6598747" y="302450"/>
            <a:ext cx="0" cy="774314"/>
          </a:xfrm>
          <a:prstGeom prst="line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F5A8BF28-6FED-10F0-6E96-1A5ACCE8E8C1}"/>
                  </a:ext>
                </a:extLst>
              </p:cNvPr>
              <p:cNvSpPr txBox="1"/>
              <p:nvPr/>
            </p:nvSpPr>
            <p:spPr>
              <a:xfrm>
                <a:off x="6235943" y="301422"/>
                <a:ext cx="4019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F5A8BF28-6FED-10F0-6E96-1A5ACCE8E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943" y="301422"/>
                <a:ext cx="401905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3029FBF2-032E-75F1-D37C-A2F07C842A56}"/>
                  </a:ext>
                </a:extLst>
              </p:cNvPr>
              <p:cNvSpPr txBox="1"/>
              <p:nvPr/>
            </p:nvSpPr>
            <p:spPr>
              <a:xfrm>
                <a:off x="6235943" y="527630"/>
                <a:ext cx="4019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3029FBF2-032E-75F1-D37C-A2F07C842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943" y="527630"/>
                <a:ext cx="401905" cy="2769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6" name="文本框 235">
                <a:extLst>
                  <a:ext uri="{FF2B5EF4-FFF2-40B4-BE49-F238E27FC236}">
                    <a16:creationId xmlns:a16="http://schemas.microsoft.com/office/drawing/2014/main" id="{9783151D-3BC2-EAE2-AC5C-42890AC13798}"/>
                  </a:ext>
                </a:extLst>
              </p:cNvPr>
              <p:cNvSpPr txBox="1"/>
              <p:nvPr/>
            </p:nvSpPr>
            <p:spPr>
              <a:xfrm>
                <a:off x="6254545" y="633877"/>
                <a:ext cx="3385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6" name="文本框 235">
                <a:extLst>
                  <a:ext uri="{FF2B5EF4-FFF2-40B4-BE49-F238E27FC236}">
                    <a16:creationId xmlns:a16="http://schemas.microsoft.com/office/drawing/2014/main" id="{9783151D-3BC2-EAE2-AC5C-42890AC13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545" y="633877"/>
                <a:ext cx="338554" cy="2769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F1DB4900-F540-D396-89FA-E95C43569B56}"/>
                  </a:ext>
                </a:extLst>
              </p:cNvPr>
              <p:cNvSpPr txBox="1"/>
              <p:nvPr/>
            </p:nvSpPr>
            <p:spPr>
              <a:xfrm>
                <a:off x="6231711" y="805574"/>
                <a:ext cx="4103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F1DB4900-F540-D396-89FA-E95C43569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711" y="805574"/>
                <a:ext cx="410369" cy="2769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8" name="矩形 237">
            <a:extLst>
              <a:ext uri="{FF2B5EF4-FFF2-40B4-BE49-F238E27FC236}">
                <a16:creationId xmlns:a16="http://schemas.microsoft.com/office/drawing/2014/main" id="{838BCD3C-5809-2212-E7DA-92DFB17BB110}"/>
              </a:ext>
            </a:extLst>
          </p:cNvPr>
          <p:cNvSpPr/>
          <p:nvPr/>
        </p:nvSpPr>
        <p:spPr>
          <a:xfrm>
            <a:off x="6600379" y="406428"/>
            <a:ext cx="508908" cy="138109"/>
          </a:xfrm>
          <a:prstGeom prst="rect">
            <a:avLst/>
          </a:prstGeom>
          <a:solidFill>
            <a:srgbClr val="676767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DEA1658F-40E2-564C-824E-DC777A7E5D53}"/>
              </a:ext>
            </a:extLst>
          </p:cNvPr>
          <p:cNvSpPr/>
          <p:nvPr/>
        </p:nvSpPr>
        <p:spPr>
          <a:xfrm>
            <a:off x="6601740" y="608388"/>
            <a:ext cx="327934" cy="138109"/>
          </a:xfrm>
          <a:prstGeom prst="rect">
            <a:avLst/>
          </a:prstGeom>
          <a:solidFill>
            <a:srgbClr val="358CCB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29A9BEE5-C6C9-66D8-D4E1-115A04781407}"/>
              </a:ext>
            </a:extLst>
          </p:cNvPr>
          <p:cNvSpPr/>
          <p:nvPr/>
        </p:nvSpPr>
        <p:spPr>
          <a:xfrm>
            <a:off x="6600377" y="874810"/>
            <a:ext cx="745134" cy="138109"/>
          </a:xfrm>
          <a:prstGeom prst="rect">
            <a:avLst/>
          </a:prstGeom>
          <a:solidFill>
            <a:srgbClr val="CF7B4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71FD2C1A-F283-9C8E-0049-DDCF36E7FABC}"/>
                  </a:ext>
                </a:extLst>
              </p:cNvPr>
              <p:cNvSpPr txBox="1"/>
              <p:nvPr/>
            </p:nvSpPr>
            <p:spPr>
              <a:xfrm>
                <a:off x="6236786" y="1007621"/>
                <a:ext cx="13227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Last Mixture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  <m:r>
                          <a:rPr lang="en-US" altLang="zh-CN" sz="1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1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71FD2C1A-F283-9C8E-0049-DDCF36E7F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786" y="1007621"/>
                <a:ext cx="1322798" cy="276999"/>
              </a:xfrm>
              <a:prstGeom prst="rect">
                <a:avLst/>
              </a:prstGeom>
              <a:blipFill>
                <a:blip r:embed="rId31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6" name="直接连接符 245">
            <a:extLst>
              <a:ext uri="{FF2B5EF4-FFF2-40B4-BE49-F238E27FC236}">
                <a16:creationId xmlns:a16="http://schemas.microsoft.com/office/drawing/2014/main" id="{3F22221B-8922-1620-3647-A157A226AF51}"/>
              </a:ext>
            </a:extLst>
          </p:cNvPr>
          <p:cNvCxnSpPr>
            <a:cxnSpLocks/>
          </p:cNvCxnSpPr>
          <p:nvPr/>
        </p:nvCxnSpPr>
        <p:spPr>
          <a:xfrm>
            <a:off x="8213164" y="306686"/>
            <a:ext cx="0" cy="770081"/>
          </a:xfrm>
          <a:prstGeom prst="line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92D4DD7D-96B0-39B0-8650-E8B30DAC8C63}"/>
                  </a:ext>
                </a:extLst>
              </p:cNvPr>
              <p:cNvSpPr txBox="1"/>
              <p:nvPr/>
            </p:nvSpPr>
            <p:spPr>
              <a:xfrm>
                <a:off x="7850360" y="305655"/>
                <a:ext cx="4019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92D4DD7D-96B0-39B0-8650-E8B30DAC8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360" y="305655"/>
                <a:ext cx="401905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D05332EE-43E4-4ED4-28F9-84B3BB24F6BF}"/>
                  </a:ext>
                </a:extLst>
              </p:cNvPr>
              <p:cNvSpPr txBox="1"/>
              <p:nvPr/>
            </p:nvSpPr>
            <p:spPr>
              <a:xfrm>
                <a:off x="7850360" y="531863"/>
                <a:ext cx="4019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D05332EE-43E4-4ED4-28F9-84B3BB24F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360" y="531863"/>
                <a:ext cx="401905" cy="276999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724224C0-2117-CB8E-1838-3ACAB22DDA42}"/>
                  </a:ext>
                </a:extLst>
              </p:cNvPr>
              <p:cNvSpPr txBox="1"/>
              <p:nvPr/>
            </p:nvSpPr>
            <p:spPr>
              <a:xfrm>
                <a:off x="7868962" y="638110"/>
                <a:ext cx="3385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724224C0-2117-CB8E-1838-3ACAB22DD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8962" y="638110"/>
                <a:ext cx="338554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6DC27AB5-E3FC-3BF7-2239-9A7D07AB7752}"/>
                  </a:ext>
                </a:extLst>
              </p:cNvPr>
              <p:cNvSpPr txBox="1"/>
              <p:nvPr/>
            </p:nvSpPr>
            <p:spPr>
              <a:xfrm>
                <a:off x="7846128" y="809807"/>
                <a:ext cx="4103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6DC27AB5-E3FC-3BF7-2239-9A7D07AB7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128" y="809807"/>
                <a:ext cx="410369" cy="27699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矩形 250">
            <a:extLst>
              <a:ext uri="{FF2B5EF4-FFF2-40B4-BE49-F238E27FC236}">
                <a16:creationId xmlns:a16="http://schemas.microsoft.com/office/drawing/2014/main" id="{E45F1050-DDA8-56E2-3EAF-D37BB892B2A1}"/>
              </a:ext>
            </a:extLst>
          </p:cNvPr>
          <p:cNvSpPr/>
          <p:nvPr/>
        </p:nvSpPr>
        <p:spPr>
          <a:xfrm>
            <a:off x="8214807" y="410661"/>
            <a:ext cx="336847" cy="138109"/>
          </a:xfrm>
          <a:prstGeom prst="rect">
            <a:avLst/>
          </a:prstGeom>
          <a:solidFill>
            <a:srgbClr val="676767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4E1B6ADB-92C6-7EAA-1242-2C715545F2C1}"/>
              </a:ext>
            </a:extLst>
          </p:cNvPr>
          <p:cNvSpPr/>
          <p:nvPr/>
        </p:nvSpPr>
        <p:spPr>
          <a:xfrm>
            <a:off x="8216156" y="612621"/>
            <a:ext cx="449788" cy="138109"/>
          </a:xfrm>
          <a:prstGeom prst="rect">
            <a:avLst/>
          </a:prstGeom>
          <a:solidFill>
            <a:srgbClr val="358CCB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DE3090D7-720C-2DA7-B8CD-F65F0226B37B}"/>
              </a:ext>
            </a:extLst>
          </p:cNvPr>
          <p:cNvSpPr/>
          <p:nvPr/>
        </p:nvSpPr>
        <p:spPr>
          <a:xfrm>
            <a:off x="8214795" y="879043"/>
            <a:ext cx="502856" cy="138109"/>
          </a:xfrm>
          <a:prstGeom prst="rect">
            <a:avLst/>
          </a:prstGeom>
          <a:solidFill>
            <a:srgbClr val="CF7B4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68DA7FDE-E0EE-87D0-1E1B-5E1FE55CBDA3}"/>
                  </a:ext>
                </a:extLst>
              </p:cNvPr>
              <p:cNvSpPr txBox="1"/>
              <p:nvPr/>
            </p:nvSpPr>
            <p:spPr>
              <a:xfrm>
                <a:off x="7785550" y="1011854"/>
                <a:ext cx="14219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Updated Mixture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68DA7FDE-E0EE-87D0-1E1B-5E1FE55CB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550" y="1011854"/>
                <a:ext cx="1421928" cy="276999"/>
              </a:xfrm>
              <a:prstGeom prst="rect">
                <a:avLst/>
              </a:prstGeom>
              <a:blipFill>
                <a:blip r:embed="rId35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5" name="弧形 254">
            <a:extLst>
              <a:ext uri="{FF2B5EF4-FFF2-40B4-BE49-F238E27FC236}">
                <a16:creationId xmlns:a16="http://schemas.microsoft.com/office/drawing/2014/main" id="{1FB9A815-BCDF-6659-F15F-829B657946D0}"/>
              </a:ext>
            </a:extLst>
          </p:cNvPr>
          <p:cNvSpPr/>
          <p:nvPr/>
        </p:nvSpPr>
        <p:spPr>
          <a:xfrm rot="5400000">
            <a:off x="7453441" y="789742"/>
            <a:ext cx="341683" cy="783413"/>
          </a:xfrm>
          <a:prstGeom prst="arc">
            <a:avLst>
              <a:gd name="adj1" fmla="val 16824930"/>
              <a:gd name="adj2" fmla="val 4647690"/>
            </a:avLst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文本框 255">
                <a:extLst>
                  <a:ext uri="{FF2B5EF4-FFF2-40B4-BE49-F238E27FC236}">
                    <a16:creationId xmlns:a16="http://schemas.microsoft.com/office/drawing/2014/main" id="{9A3005E7-2CB4-8039-E318-4369C88C438F}"/>
                  </a:ext>
                </a:extLst>
              </p:cNvPr>
              <p:cNvSpPr txBox="1"/>
              <p:nvPr/>
            </p:nvSpPr>
            <p:spPr>
              <a:xfrm>
                <a:off x="6312279" y="1284820"/>
                <a:ext cx="2868478" cy="569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altLang="zh-CN" sz="12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it-IT" altLang="zh-CN" sz="12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altLang="zh-CN" sz="1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it-IT" altLang="zh-CN" sz="12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it-IT" altLang="zh-CN" sz="12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sz="12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2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r>
                                    <a:rPr lang="it-IT" altLang="zh-CN" sz="12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it-IT" altLang="zh-CN" sz="12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altLang="zh-CN" sz="12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it-IT" altLang="zh-CN" sz="12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it-IT" altLang="zh-CN" sz="12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altLang="zh-CN" sz="12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it-IT" altLang="zh-CN" sz="12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n-US" altLang="zh-CN" sz="12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d>
                                <m:dPr>
                                  <m:ctrlPr>
                                    <a:rPr lang="en-US" altLang="zh-CN" sz="12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altLang="zh-CN" sz="12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CN" sz="12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12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altLang="zh-CN" sz="12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CN" sz="12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2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2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2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2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6" name="文本框 255">
                <a:extLst>
                  <a:ext uri="{FF2B5EF4-FFF2-40B4-BE49-F238E27FC236}">
                    <a16:creationId xmlns:a16="http://schemas.microsoft.com/office/drawing/2014/main" id="{9A3005E7-2CB4-8039-E318-4369C88C4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79" y="1284820"/>
                <a:ext cx="2868478" cy="569643"/>
              </a:xfrm>
              <a:prstGeom prst="rect">
                <a:avLst/>
              </a:prstGeom>
              <a:blipFill>
                <a:blip r:embed="rId36"/>
                <a:stretch>
                  <a:fillRect t="-44086" b="-30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文本框 257">
                <a:extLst>
                  <a:ext uri="{FF2B5EF4-FFF2-40B4-BE49-F238E27FC236}">
                    <a16:creationId xmlns:a16="http://schemas.microsoft.com/office/drawing/2014/main" id="{10D95DE3-D44B-C632-FFAE-332D6D38C80B}"/>
                  </a:ext>
                </a:extLst>
              </p:cNvPr>
              <p:cNvSpPr txBox="1"/>
              <p:nvPr/>
            </p:nvSpPr>
            <p:spPr>
              <a:xfrm>
                <a:off x="3259973" y="1815192"/>
                <a:ext cx="614190" cy="287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altLang="zh-CN" sz="11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it-IT" altLang="zh-CN" sz="11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altLang="zh-CN" sz="11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it-IT" altLang="zh-CN" sz="11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it-IT" altLang="zh-CN" sz="11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1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altLang="zh-CN" sz="11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it-IT" altLang="zh-CN" sz="11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258" name="文本框 257">
                <a:extLst>
                  <a:ext uri="{FF2B5EF4-FFF2-40B4-BE49-F238E27FC236}">
                    <a16:creationId xmlns:a16="http://schemas.microsoft.com/office/drawing/2014/main" id="{10D95DE3-D44B-C632-FFAE-332D6D38C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973" y="1815192"/>
                <a:ext cx="614190" cy="287323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367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3676</TotalTime>
  <Words>98</Words>
  <Application>Microsoft Office PowerPoint</Application>
  <PresentationFormat>自定义</PresentationFormat>
  <Paragraphs>59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 Weijie</dc:creator>
  <cp:lastModifiedBy>SHI Weijie</cp:lastModifiedBy>
  <cp:revision>191</cp:revision>
  <dcterms:created xsi:type="dcterms:W3CDTF">2025-01-13T10:34:03Z</dcterms:created>
  <dcterms:modified xsi:type="dcterms:W3CDTF">2025-01-15T23:55:49Z</dcterms:modified>
</cp:coreProperties>
</file>