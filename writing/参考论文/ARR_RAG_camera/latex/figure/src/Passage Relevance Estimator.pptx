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44" r:id="rId1"/>
  </p:sldMasterIdLst>
  <p:sldIdLst>
    <p:sldId id="274" r:id="rId2"/>
  </p:sldIdLst>
  <p:sldSz cx="5400675" cy="4500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9B7D"/>
    <a:srgbClr val="F89B7E"/>
    <a:srgbClr val="EA9C8C"/>
    <a:srgbClr val="E3F0DB"/>
    <a:srgbClr val="FFFF9E"/>
    <a:srgbClr val="FFE1CA"/>
    <a:srgbClr val="F1E1CA"/>
    <a:srgbClr val="DFA297"/>
    <a:srgbClr val="D9DFE0"/>
    <a:srgbClr val="E9C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0" autoAdjust="0"/>
    <p:restoredTop sz="95781"/>
  </p:normalViewPr>
  <p:slideViewPr>
    <p:cSldViewPr snapToGrid="0">
      <p:cViewPr varScale="1">
        <p:scale>
          <a:sx n="139" d="100"/>
          <a:sy n="139" d="100"/>
        </p:scale>
        <p:origin x="579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736551"/>
            <a:ext cx="4590574" cy="1566863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2363838"/>
            <a:ext cx="4050506" cy="1086594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46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516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122017"/>
            <a:ext cx="4658082" cy="1872109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3011836"/>
            <a:ext cx="4658082" cy="984498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/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9270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1198066"/>
            <a:ext cx="2295287" cy="28555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1198066"/>
            <a:ext cx="2295287" cy="28555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0146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39614"/>
            <a:ext cx="4658082" cy="8699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103263"/>
            <a:ext cx="2284738" cy="540692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1643956"/>
            <a:ext cx="2284738" cy="24180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103263"/>
            <a:ext cx="2295990" cy="540692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643956"/>
            <a:ext cx="2295990" cy="24180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7237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5863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548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00038"/>
            <a:ext cx="1741858" cy="1050131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647999"/>
            <a:ext cx="2734092" cy="3198317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350169"/>
            <a:ext cx="1741858" cy="2501355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6971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00038"/>
            <a:ext cx="1741858" cy="1050131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647999"/>
            <a:ext cx="2734092" cy="3198317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350169"/>
            <a:ext cx="1741858" cy="2501355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4723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8149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239613"/>
            <a:ext cx="1164521" cy="381401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239613"/>
            <a:ext cx="3426053" cy="381401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227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239614"/>
            <a:ext cx="4658082" cy="869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1198066"/>
            <a:ext cx="4658082" cy="2855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4171356"/>
            <a:ext cx="1215152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6F14E-547B-1340-9B66-387E7D67CEFF}" type="datetimeFigureOut">
              <a:rPr kumimoji="1" lang="zh-CN" altLang="en-US" smtClean="0"/>
              <a:t>2024/9/15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4171356"/>
            <a:ext cx="1822728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4171356"/>
            <a:ext cx="1215152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9F66E-07DF-D241-8990-D04AA5A6E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253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0468783-4DCC-2A9F-9AAC-C82E1D5F2086}"/>
                  </a:ext>
                </a:extLst>
              </p:cNvPr>
              <p:cNvSpPr txBox="1"/>
              <p:nvPr/>
            </p:nvSpPr>
            <p:spPr>
              <a:xfrm>
                <a:off x="3992126" y="778219"/>
                <a:ext cx="321063" cy="183699"/>
              </a:xfrm>
              <a:prstGeom prst="rect">
                <a:avLst/>
              </a:prstGeom>
              <a:noFill/>
            </p:spPr>
            <p:txBody>
              <a:bodyPr wrap="square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0468783-4DCC-2A9F-9AAC-C82E1D5F2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126" y="778219"/>
                <a:ext cx="321063" cy="183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8" name="文本框 1427">
            <a:extLst>
              <a:ext uri="{FF2B5EF4-FFF2-40B4-BE49-F238E27FC236}">
                <a16:creationId xmlns:a16="http://schemas.microsoft.com/office/drawing/2014/main" id="{9918415E-754A-122D-DAEB-8DE7ADCC9C83}"/>
              </a:ext>
            </a:extLst>
          </p:cNvPr>
          <p:cNvSpPr txBox="1"/>
          <p:nvPr/>
        </p:nvSpPr>
        <p:spPr>
          <a:xfrm>
            <a:off x="903694" y="2908569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0" dirty="0">
                <a:cs typeface="Arial" panose="020B0604020202020204" pitchFamily="34" charset="0"/>
              </a:rPr>
              <a:t>…</a:t>
            </a:r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2267" name="文本框 2266">
            <a:extLst>
              <a:ext uri="{FF2B5EF4-FFF2-40B4-BE49-F238E27FC236}">
                <a16:creationId xmlns:a16="http://schemas.microsoft.com/office/drawing/2014/main" id="{56778938-6D64-0743-6051-8DE6EE75182A}"/>
              </a:ext>
            </a:extLst>
          </p:cNvPr>
          <p:cNvSpPr txBox="1"/>
          <p:nvPr/>
        </p:nvSpPr>
        <p:spPr>
          <a:xfrm>
            <a:off x="4211463" y="3966530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0" dirty="0">
                <a:cs typeface="Arial" panose="020B0604020202020204" pitchFamily="34" charset="0"/>
              </a:rPr>
              <a:t>…</a:t>
            </a:r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0F73D33-8556-EE76-A769-E64631463290}"/>
              </a:ext>
            </a:extLst>
          </p:cNvPr>
          <p:cNvSpPr txBox="1"/>
          <p:nvPr/>
        </p:nvSpPr>
        <p:spPr>
          <a:xfrm>
            <a:off x="2685840" y="3966530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0" dirty="0">
                <a:cs typeface="Arial" panose="020B0604020202020204" pitchFamily="34" charset="0"/>
              </a:rPr>
              <a:t>…</a:t>
            </a:r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2258" name="矩形 2257">
            <a:extLst>
              <a:ext uri="{FF2B5EF4-FFF2-40B4-BE49-F238E27FC236}">
                <a16:creationId xmlns:a16="http://schemas.microsoft.com/office/drawing/2014/main" id="{762BDA28-F644-D460-7624-369049372BFA}"/>
              </a:ext>
            </a:extLst>
          </p:cNvPr>
          <p:cNvSpPr>
            <a:spLocks/>
          </p:cNvSpPr>
          <p:nvPr/>
        </p:nvSpPr>
        <p:spPr>
          <a:xfrm>
            <a:off x="4651674" y="4062764"/>
            <a:ext cx="186535" cy="184029"/>
          </a:xfrm>
          <a:prstGeom prst="rect">
            <a:avLst/>
          </a:prstGeom>
          <a:solidFill>
            <a:srgbClr val="F1E1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FAB89F2-D888-A5F2-B020-2F2E779027A1}"/>
              </a:ext>
            </a:extLst>
          </p:cNvPr>
          <p:cNvSpPr>
            <a:spLocks/>
          </p:cNvSpPr>
          <p:nvPr/>
        </p:nvSpPr>
        <p:spPr>
          <a:xfrm>
            <a:off x="3126051" y="4062764"/>
            <a:ext cx="186535" cy="184029"/>
          </a:xfrm>
          <a:prstGeom prst="rect">
            <a:avLst/>
          </a:prstGeom>
          <a:solidFill>
            <a:srgbClr val="DFA2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cs typeface="Arial" panose="020B0604020202020204" pitchFamily="34" charset="0"/>
            </a:endParaRPr>
          </a:p>
        </p:txBody>
      </p:sp>
      <p:cxnSp>
        <p:nvCxnSpPr>
          <p:cNvPr id="1348" name="直线箭头连接符 57">
            <a:extLst>
              <a:ext uri="{FF2B5EF4-FFF2-40B4-BE49-F238E27FC236}">
                <a16:creationId xmlns:a16="http://schemas.microsoft.com/office/drawing/2014/main" id="{8CC7C3C0-15DA-B581-F6DE-DB9AD4C6B214}"/>
              </a:ext>
            </a:extLst>
          </p:cNvPr>
          <p:cNvCxnSpPr>
            <a:cxnSpLocks/>
            <a:endCxn id="1438" idx="2"/>
          </p:cNvCxnSpPr>
          <p:nvPr/>
        </p:nvCxnSpPr>
        <p:spPr>
          <a:xfrm flipV="1">
            <a:off x="2754029" y="3231983"/>
            <a:ext cx="1808" cy="19003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0" name="矩形 1349">
            <a:extLst>
              <a:ext uri="{FF2B5EF4-FFF2-40B4-BE49-F238E27FC236}">
                <a16:creationId xmlns:a16="http://schemas.microsoft.com/office/drawing/2014/main" id="{52C3EC1E-4F4D-69AF-35D6-D46C0768B7DE}"/>
              </a:ext>
            </a:extLst>
          </p:cNvPr>
          <p:cNvSpPr/>
          <p:nvPr/>
        </p:nvSpPr>
        <p:spPr>
          <a:xfrm>
            <a:off x="3148008" y="1357246"/>
            <a:ext cx="2012316" cy="1395770"/>
          </a:xfrm>
          <a:prstGeom prst="rect">
            <a:avLst/>
          </a:prstGeom>
          <a:solidFill>
            <a:srgbClr val="F1E1CA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400" dirty="0">
              <a:cs typeface="Arial" panose="020B0604020202020204" pitchFamily="34" charset="0"/>
            </a:endParaRPr>
          </a:p>
        </p:txBody>
      </p:sp>
      <p:cxnSp>
        <p:nvCxnSpPr>
          <p:cNvPr id="1363" name="直线箭头连接符 57">
            <a:extLst>
              <a:ext uri="{FF2B5EF4-FFF2-40B4-BE49-F238E27FC236}">
                <a16:creationId xmlns:a16="http://schemas.microsoft.com/office/drawing/2014/main" id="{20E01315-DC51-9E40-F148-2BE75A4F958D}"/>
              </a:ext>
            </a:extLst>
          </p:cNvPr>
          <p:cNvCxnSpPr>
            <a:cxnSpLocks/>
          </p:cNvCxnSpPr>
          <p:nvPr/>
        </p:nvCxnSpPr>
        <p:spPr>
          <a:xfrm flipV="1">
            <a:off x="1624412" y="2405055"/>
            <a:ext cx="0" cy="13278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4" name="直线箭头连接符 57">
            <a:extLst>
              <a:ext uri="{FF2B5EF4-FFF2-40B4-BE49-F238E27FC236}">
                <a16:creationId xmlns:a16="http://schemas.microsoft.com/office/drawing/2014/main" id="{4060A169-5D9C-707C-9FFC-64C4F1CD2DF3}"/>
              </a:ext>
            </a:extLst>
          </p:cNvPr>
          <p:cNvCxnSpPr>
            <a:cxnSpLocks/>
          </p:cNvCxnSpPr>
          <p:nvPr/>
        </p:nvCxnSpPr>
        <p:spPr>
          <a:xfrm flipV="1">
            <a:off x="803496" y="2416218"/>
            <a:ext cx="0" cy="11811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4" name="矩形 1373">
            <a:extLst>
              <a:ext uri="{FF2B5EF4-FFF2-40B4-BE49-F238E27FC236}">
                <a16:creationId xmlns:a16="http://schemas.microsoft.com/office/drawing/2014/main" id="{A6D7C64C-5481-4093-5A80-4671E773A7A4}"/>
              </a:ext>
            </a:extLst>
          </p:cNvPr>
          <p:cNvSpPr/>
          <p:nvPr/>
        </p:nvSpPr>
        <p:spPr>
          <a:xfrm>
            <a:off x="508476" y="2174126"/>
            <a:ext cx="2408611" cy="230928"/>
          </a:xfrm>
          <a:prstGeom prst="rect">
            <a:avLst/>
          </a:prstGeom>
          <a:solidFill>
            <a:srgbClr val="F1E1CA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cs typeface="Arial" panose="020B0604020202020204" pitchFamily="34" charset="0"/>
              </a:rPr>
              <a:t>Dropout</a:t>
            </a:r>
            <a:endParaRPr kumimoji="1" lang="zh-CN" altLang="en-US" sz="1200" dirty="0">
              <a:cs typeface="Arial" panose="020B0604020202020204" pitchFamily="34" charset="0"/>
            </a:endParaRPr>
          </a:p>
        </p:txBody>
      </p:sp>
      <p:sp>
        <p:nvSpPr>
          <p:cNvPr id="1381" name="矩形 1380">
            <a:extLst>
              <a:ext uri="{FF2B5EF4-FFF2-40B4-BE49-F238E27FC236}">
                <a16:creationId xmlns:a16="http://schemas.microsoft.com/office/drawing/2014/main" id="{44B53C2E-0C92-F6F2-42EE-A9FA39744B47}"/>
              </a:ext>
            </a:extLst>
          </p:cNvPr>
          <p:cNvSpPr/>
          <p:nvPr/>
        </p:nvSpPr>
        <p:spPr>
          <a:xfrm>
            <a:off x="515109" y="2523129"/>
            <a:ext cx="2394338" cy="230928"/>
          </a:xfrm>
          <a:prstGeom prst="rect">
            <a:avLst/>
          </a:prstGeom>
          <a:solidFill>
            <a:srgbClr val="F1E1CA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cs typeface="Arial" panose="020B0604020202020204" pitchFamily="34" charset="0"/>
              </a:rPr>
              <a:t>Adaptor</a:t>
            </a:r>
          </a:p>
        </p:txBody>
      </p:sp>
      <p:pic>
        <p:nvPicPr>
          <p:cNvPr id="1382" name="图形 1381" descr="火 纯色填充">
            <a:extLst>
              <a:ext uri="{FF2B5EF4-FFF2-40B4-BE49-F238E27FC236}">
                <a16:creationId xmlns:a16="http://schemas.microsoft.com/office/drawing/2014/main" id="{A4B4CF9E-E3A0-7A82-02A5-15AC4912942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398" y="2521493"/>
            <a:ext cx="245330" cy="245330"/>
          </a:xfrm>
          <a:prstGeom prst="rect">
            <a:avLst/>
          </a:prstGeom>
        </p:spPr>
      </p:pic>
      <p:cxnSp>
        <p:nvCxnSpPr>
          <p:cNvPr id="1383" name="直线箭头连接符 57">
            <a:extLst>
              <a:ext uri="{FF2B5EF4-FFF2-40B4-BE49-F238E27FC236}">
                <a16:creationId xmlns:a16="http://schemas.microsoft.com/office/drawing/2014/main" id="{AFAFC669-1B39-13DD-760D-9A7EF0BBF49B}"/>
              </a:ext>
            </a:extLst>
          </p:cNvPr>
          <p:cNvCxnSpPr>
            <a:cxnSpLocks/>
          </p:cNvCxnSpPr>
          <p:nvPr/>
        </p:nvCxnSpPr>
        <p:spPr>
          <a:xfrm flipV="1">
            <a:off x="2480482" y="2410723"/>
            <a:ext cx="1014" cy="12115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2" name="直线箭头连接符 57">
            <a:extLst>
              <a:ext uri="{FF2B5EF4-FFF2-40B4-BE49-F238E27FC236}">
                <a16:creationId xmlns:a16="http://schemas.microsoft.com/office/drawing/2014/main" id="{2C609CEB-2BA6-D833-FD65-45F9166289C4}"/>
              </a:ext>
            </a:extLst>
          </p:cNvPr>
          <p:cNvCxnSpPr>
            <a:cxnSpLocks/>
          </p:cNvCxnSpPr>
          <p:nvPr/>
        </p:nvCxnSpPr>
        <p:spPr>
          <a:xfrm flipV="1">
            <a:off x="1623052" y="2041340"/>
            <a:ext cx="0" cy="13278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3" name="直线箭头连接符 57">
            <a:extLst>
              <a:ext uri="{FF2B5EF4-FFF2-40B4-BE49-F238E27FC236}">
                <a16:creationId xmlns:a16="http://schemas.microsoft.com/office/drawing/2014/main" id="{43709312-7994-39E8-DD69-FB86142B6C44}"/>
              </a:ext>
            </a:extLst>
          </p:cNvPr>
          <p:cNvCxnSpPr>
            <a:cxnSpLocks/>
          </p:cNvCxnSpPr>
          <p:nvPr/>
        </p:nvCxnSpPr>
        <p:spPr>
          <a:xfrm flipV="1">
            <a:off x="802134" y="2052504"/>
            <a:ext cx="0" cy="11811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4" name="直线箭头连接符 57">
            <a:extLst>
              <a:ext uri="{FF2B5EF4-FFF2-40B4-BE49-F238E27FC236}">
                <a16:creationId xmlns:a16="http://schemas.microsoft.com/office/drawing/2014/main" id="{3B36FC4D-B60D-8654-AD40-BE487D5EA847}"/>
              </a:ext>
            </a:extLst>
          </p:cNvPr>
          <p:cNvCxnSpPr>
            <a:cxnSpLocks/>
          </p:cNvCxnSpPr>
          <p:nvPr/>
        </p:nvCxnSpPr>
        <p:spPr>
          <a:xfrm flipV="1">
            <a:off x="2480481" y="2041337"/>
            <a:ext cx="0" cy="12925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5" name="矩形 1404">
            <a:extLst>
              <a:ext uri="{FF2B5EF4-FFF2-40B4-BE49-F238E27FC236}">
                <a16:creationId xmlns:a16="http://schemas.microsoft.com/office/drawing/2014/main" id="{88937EF6-7579-8DAC-657C-B0767650155D}"/>
              </a:ext>
            </a:extLst>
          </p:cNvPr>
          <p:cNvSpPr/>
          <p:nvPr/>
        </p:nvSpPr>
        <p:spPr>
          <a:xfrm>
            <a:off x="706950" y="1840193"/>
            <a:ext cx="216000" cy="216000"/>
          </a:xfrm>
          <a:prstGeom prst="rect">
            <a:avLst/>
          </a:prstGeom>
          <a:solidFill>
            <a:srgbClr val="DFA2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6" name="文本框 1405">
                <a:extLst>
                  <a:ext uri="{FF2B5EF4-FFF2-40B4-BE49-F238E27FC236}">
                    <a16:creationId xmlns:a16="http://schemas.microsoft.com/office/drawing/2014/main" id="{94B4D05E-25CD-AECC-C006-376C375D7F3E}"/>
                  </a:ext>
                </a:extLst>
              </p:cNvPr>
              <p:cNvSpPr txBox="1"/>
              <p:nvPr/>
            </p:nvSpPr>
            <p:spPr>
              <a:xfrm flipH="1">
                <a:off x="650062" y="1849741"/>
                <a:ext cx="244338" cy="173679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06" name="文本框 1405">
                <a:extLst>
                  <a:ext uri="{FF2B5EF4-FFF2-40B4-BE49-F238E27FC236}">
                    <a16:creationId xmlns:a16="http://schemas.microsoft.com/office/drawing/2014/main" id="{94B4D05E-25CD-AECC-C006-376C375D7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0062" y="1849741"/>
                <a:ext cx="244338" cy="173679"/>
              </a:xfrm>
              <a:prstGeom prst="rect">
                <a:avLst/>
              </a:prstGeom>
              <a:blipFill>
                <a:blip r:embed="rId5"/>
                <a:stretch>
                  <a:fillRect r="-15000" b="-310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7" name="矩形 1406">
            <a:extLst>
              <a:ext uri="{FF2B5EF4-FFF2-40B4-BE49-F238E27FC236}">
                <a16:creationId xmlns:a16="http://schemas.microsoft.com/office/drawing/2014/main" id="{75805068-C0AE-5D5A-435E-FC2B2BC5027F}"/>
              </a:ext>
            </a:extLst>
          </p:cNvPr>
          <p:cNvSpPr/>
          <p:nvPr/>
        </p:nvSpPr>
        <p:spPr>
          <a:xfrm>
            <a:off x="1526307" y="1840193"/>
            <a:ext cx="216000" cy="216000"/>
          </a:xfrm>
          <a:prstGeom prst="rect">
            <a:avLst/>
          </a:prstGeom>
          <a:solidFill>
            <a:srgbClr val="DFA2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8" name="文本框 1407">
                <a:extLst>
                  <a:ext uri="{FF2B5EF4-FFF2-40B4-BE49-F238E27FC236}">
                    <a16:creationId xmlns:a16="http://schemas.microsoft.com/office/drawing/2014/main" id="{134484E1-9328-59D8-1E38-0DFE52A52784}"/>
                  </a:ext>
                </a:extLst>
              </p:cNvPr>
              <p:cNvSpPr txBox="1"/>
              <p:nvPr/>
            </p:nvSpPr>
            <p:spPr>
              <a:xfrm>
                <a:off x="1468660" y="1830173"/>
                <a:ext cx="281571" cy="19324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08" name="文本框 1407">
                <a:extLst>
                  <a:ext uri="{FF2B5EF4-FFF2-40B4-BE49-F238E27FC236}">
                    <a16:creationId xmlns:a16="http://schemas.microsoft.com/office/drawing/2014/main" id="{134484E1-9328-59D8-1E38-0DFE52A52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660" y="1830173"/>
                <a:ext cx="281571" cy="193245"/>
              </a:xfrm>
              <a:prstGeom prst="rect">
                <a:avLst/>
              </a:prstGeom>
              <a:blipFill>
                <a:blip r:embed="rId6"/>
                <a:stretch>
                  <a:fillRect r="-2174"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9" name="矩形 1408">
            <a:extLst>
              <a:ext uri="{FF2B5EF4-FFF2-40B4-BE49-F238E27FC236}">
                <a16:creationId xmlns:a16="http://schemas.microsoft.com/office/drawing/2014/main" id="{7D45D1F8-E31A-54C6-9507-E2D95EEAC2D2}"/>
              </a:ext>
            </a:extLst>
          </p:cNvPr>
          <p:cNvSpPr/>
          <p:nvPr/>
        </p:nvSpPr>
        <p:spPr>
          <a:xfrm>
            <a:off x="2376808" y="1840193"/>
            <a:ext cx="216000" cy="216000"/>
          </a:xfrm>
          <a:prstGeom prst="rect">
            <a:avLst/>
          </a:prstGeom>
          <a:solidFill>
            <a:srgbClr val="F1E1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0" name="文本框 1409">
                <a:extLst>
                  <a:ext uri="{FF2B5EF4-FFF2-40B4-BE49-F238E27FC236}">
                    <a16:creationId xmlns:a16="http://schemas.microsoft.com/office/drawing/2014/main" id="{E167BA5B-662D-5CAB-545E-56CDF55B3941}"/>
                  </a:ext>
                </a:extLst>
              </p:cNvPr>
              <p:cNvSpPr txBox="1"/>
              <p:nvPr/>
            </p:nvSpPr>
            <p:spPr>
              <a:xfrm>
                <a:off x="2318577" y="1850130"/>
                <a:ext cx="274055" cy="158849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10" name="文本框 1409">
                <a:extLst>
                  <a:ext uri="{FF2B5EF4-FFF2-40B4-BE49-F238E27FC236}">
                    <a16:creationId xmlns:a16="http://schemas.microsoft.com/office/drawing/2014/main" id="{E167BA5B-662D-5CAB-545E-56CDF55B3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577" y="1850130"/>
                <a:ext cx="274055" cy="158849"/>
              </a:xfrm>
              <a:prstGeom prst="rect">
                <a:avLst/>
              </a:prstGeom>
              <a:blipFill>
                <a:blip r:embed="rId7"/>
                <a:stretch>
                  <a:fillRect r="-8889" b="-48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1" name="文本框 1410">
                <a:extLst>
                  <a:ext uri="{FF2B5EF4-FFF2-40B4-BE49-F238E27FC236}">
                    <a16:creationId xmlns:a16="http://schemas.microsoft.com/office/drawing/2014/main" id="{B427BBC6-7316-2562-2755-952DE7E4C1DD}"/>
                  </a:ext>
                </a:extLst>
              </p:cNvPr>
              <p:cNvSpPr txBox="1"/>
              <p:nvPr/>
            </p:nvSpPr>
            <p:spPr>
              <a:xfrm>
                <a:off x="1042201" y="1766079"/>
                <a:ext cx="245557" cy="273659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11" name="文本框 1410">
                <a:extLst>
                  <a:ext uri="{FF2B5EF4-FFF2-40B4-BE49-F238E27FC236}">
                    <a16:creationId xmlns:a16="http://schemas.microsoft.com/office/drawing/2014/main" id="{B427BBC6-7316-2562-2755-952DE7E4C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201" y="1766079"/>
                <a:ext cx="245557" cy="27365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41" name="直线箭头连接符 57">
            <a:extLst>
              <a:ext uri="{FF2B5EF4-FFF2-40B4-BE49-F238E27FC236}">
                <a16:creationId xmlns:a16="http://schemas.microsoft.com/office/drawing/2014/main" id="{FCE8BB95-CC41-22FA-08F7-90540C03D351}"/>
              </a:ext>
            </a:extLst>
          </p:cNvPr>
          <p:cNvCxnSpPr>
            <a:cxnSpLocks/>
            <a:endCxn id="1427" idx="2"/>
          </p:cNvCxnSpPr>
          <p:nvPr/>
        </p:nvCxnSpPr>
        <p:spPr>
          <a:xfrm flipV="1">
            <a:off x="971884" y="3231989"/>
            <a:ext cx="1808" cy="16889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9" name="矩形 1338">
            <a:extLst>
              <a:ext uri="{FF2B5EF4-FFF2-40B4-BE49-F238E27FC236}">
                <a16:creationId xmlns:a16="http://schemas.microsoft.com/office/drawing/2014/main" id="{472BA203-0855-C21B-7320-04662A1CAF93}"/>
              </a:ext>
            </a:extLst>
          </p:cNvPr>
          <p:cNvSpPr/>
          <p:nvPr/>
        </p:nvSpPr>
        <p:spPr>
          <a:xfrm>
            <a:off x="441033" y="3373667"/>
            <a:ext cx="1525076" cy="517146"/>
          </a:xfrm>
          <a:prstGeom prst="rect">
            <a:avLst/>
          </a:prstGeom>
          <a:solidFill>
            <a:srgbClr val="F1E1CA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8" name="图形 1337" descr="火 纯色填充">
            <a:extLst>
              <a:ext uri="{FF2B5EF4-FFF2-40B4-BE49-F238E27FC236}">
                <a16:creationId xmlns:a16="http://schemas.microsoft.com/office/drawing/2014/main" id="{969ED7A8-2C93-692B-B003-7BEF9C13186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192" y="3375233"/>
            <a:ext cx="245330" cy="245330"/>
          </a:xfrm>
          <a:prstGeom prst="rect">
            <a:avLst/>
          </a:prstGeom>
        </p:spPr>
      </p:pic>
      <p:sp>
        <p:nvSpPr>
          <p:cNvPr id="2243" name="矩形 2242">
            <a:extLst>
              <a:ext uri="{FF2B5EF4-FFF2-40B4-BE49-F238E27FC236}">
                <a16:creationId xmlns:a16="http://schemas.microsoft.com/office/drawing/2014/main" id="{D00255D1-E283-6C39-E1CE-A3448E9062D0}"/>
              </a:ext>
            </a:extLst>
          </p:cNvPr>
          <p:cNvSpPr/>
          <p:nvPr/>
        </p:nvSpPr>
        <p:spPr>
          <a:xfrm>
            <a:off x="1976097" y="3375232"/>
            <a:ext cx="2848826" cy="515852"/>
          </a:xfrm>
          <a:prstGeom prst="rect">
            <a:avLst/>
          </a:prstGeom>
          <a:solidFill>
            <a:srgbClr val="D9DFE0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44" name="图形 2243" descr="雪花 纯色填充">
            <a:extLst>
              <a:ext uri="{FF2B5EF4-FFF2-40B4-BE49-F238E27FC236}">
                <a16:creationId xmlns:a16="http://schemas.microsoft.com/office/drawing/2014/main" id="{C05D50D4-2901-ED71-98D3-024C732E9E26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96144" y="3360017"/>
            <a:ext cx="245330" cy="245330"/>
          </a:xfrm>
          <a:prstGeom prst="rect">
            <a:avLst/>
          </a:prstGeom>
        </p:spPr>
      </p:pic>
      <p:sp>
        <p:nvSpPr>
          <p:cNvPr id="2240" name="文本框 2239">
            <a:extLst>
              <a:ext uri="{FF2B5EF4-FFF2-40B4-BE49-F238E27FC236}">
                <a16:creationId xmlns:a16="http://schemas.microsoft.com/office/drawing/2014/main" id="{2D54E34D-3B17-87FB-CDD0-F0805A62CE4D}"/>
              </a:ext>
            </a:extLst>
          </p:cNvPr>
          <p:cNvSpPr txBox="1">
            <a:spLocks/>
          </p:cNvSpPr>
          <p:nvPr/>
        </p:nvSpPr>
        <p:spPr>
          <a:xfrm>
            <a:off x="439871" y="3637342"/>
            <a:ext cx="3694885" cy="253749"/>
          </a:xfrm>
          <a:prstGeom prst="rect">
            <a:avLst/>
          </a:prstGeom>
          <a:solidFill>
            <a:srgbClr val="F4E2A7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dk1"/>
                </a:solidFill>
                <a:cs typeface="Arial" panose="020B0604020202020204" pitchFamily="34" charset="0"/>
              </a:rPr>
              <a:t>Blocked Bidirectional Attention Mask </a:t>
            </a:r>
            <a:endParaRPr kumimoji="1" lang="zh-CN" altLang="en-US" sz="1200" dirty="0">
              <a:solidFill>
                <a:schemeClr val="dk1"/>
              </a:solidFill>
              <a:cs typeface="Arial" panose="020B0604020202020204" pitchFamily="34" charset="0"/>
            </a:endParaRPr>
          </a:p>
        </p:txBody>
      </p:sp>
      <p:sp>
        <p:nvSpPr>
          <p:cNvPr id="2247" name="文本框 2246">
            <a:extLst>
              <a:ext uri="{FF2B5EF4-FFF2-40B4-BE49-F238E27FC236}">
                <a16:creationId xmlns:a16="http://schemas.microsoft.com/office/drawing/2014/main" id="{6995995A-A8C2-5256-6E74-8E0B30933241}"/>
              </a:ext>
            </a:extLst>
          </p:cNvPr>
          <p:cNvSpPr txBox="1"/>
          <p:nvPr/>
        </p:nvSpPr>
        <p:spPr>
          <a:xfrm>
            <a:off x="2408721" y="3330655"/>
            <a:ext cx="2110840" cy="338554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kumimoji="1" lang="en-US" altLang="zh-CN" sz="1200" dirty="0">
                <a:cs typeface="Arial" panose="020B0604020202020204" pitchFamily="34" charset="0"/>
              </a:rPr>
              <a:t>LLM Decoder Layer</a:t>
            </a:r>
            <a:endParaRPr kumimoji="1" lang="zh-CN" altLang="en-US" sz="1200" dirty="0">
              <a:cs typeface="Arial" panose="020B0604020202020204" pitchFamily="34" charset="0"/>
            </a:endParaRPr>
          </a:p>
        </p:txBody>
      </p:sp>
      <p:cxnSp>
        <p:nvCxnSpPr>
          <p:cNvPr id="2261" name="直线箭头连接符 57">
            <a:extLst>
              <a:ext uri="{FF2B5EF4-FFF2-40B4-BE49-F238E27FC236}">
                <a16:creationId xmlns:a16="http://schemas.microsoft.com/office/drawing/2014/main" id="{955B0E5E-1937-7854-AE31-C116036913B5}"/>
              </a:ext>
            </a:extLst>
          </p:cNvPr>
          <p:cNvCxnSpPr>
            <a:cxnSpLocks/>
            <a:endCxn id="1444" idx="2"/>
          </p:cNvCxnSpPr>
          <p:nvPr/>
        </p:nvCxnSpPr>
        <p:spPr>
          <a:xfrm flipV="1">
            <a:off x="4281461" y="3231983"/>
            <a:ext cx="0" cy="14168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41" name="直线箭头连接符 57">
            <a:extLst>
              <a:ext uri="{FF2B5EF4-FFF2-40B4-BE49-F238E27FC236}">
                <a16:creationId xmlns:a16="http://schemas.microsoft.com/office/drawing/2014/main" id="{A464D258-26FE-F30E-69FB-483760AF18C8}"/>
              </a:ext>
            </a:extLst>
          </p:cNvPr>
          <p:cNvCxnSpPr>
            <a:cxnSpLocks/>
            <a:stCxn id="2278" idx="0"/>
          </p:cNvCxnSpPr>
          <p:nvPr/>
        </p:nvCxnSpPr>
        <p:spPr>
          <a:xfrm flipH="1" flipV="1">
            <a:off x="971884" y="3884336"/>
            <a:ext cx="1808" cy="13526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45" name="直线箭头连接符 124">
            <a:extLst>
              <a:ext uri="{FF2B5EF4-FFF2-40B4-BE49-F238E27FC236}">
                <a16:creationId xmlns:a16="http://schemas.microsoft.com/office/drawing/2014/main" id="{93B59FE9-2371-6FE9-9505-8FAE47835556}"/>
              </a:ext>
            </a:extLst>
          </p:cNvPr>
          <p:cNvCxnSpPr>
            <a:cxnSpLocks/>
            <a:stCxn id="50" idx="0"/>
          </p:cNvCxnSpPr>
          <p:nvPr/>
        </p:nvCxnSpPr>
        <p:spPr>
          <a:xfrm flipV="1">
            <a:off x="2755838" y="3878683"/>
            <a:ext cx="0" cy="14091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46" name="直线箭头连接符 134">
            <a:extLst>
              <a:ext uri="{FF2B5EF4-FFF2-40B4-BE49-F238E27FC236}">
                <a16:creationId xmlns:a16="http://schemas.microsoft.com/office/drawing/2014/main" id="{04473FCC-3226-9A13-8C49-9C08940C45F2}"/>
              </a:ext>
            </a:extLst>
          </p:cNvPr>
          <p:cNvCxnSpPr>
            <a:cxnSpLocks/>
            <a:stCxn id="2266" idx="0"/>
          </p:cNvCxnSpPr>
          <p:nvPr/>
        </p:nvCxnSpPr>
        <p:spPr>
          <a:xfrm flipH="1" flipV="1">
            <a:off x="4275989" y="3884336"/>
            <a:ext cx="5472" cy="13526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52" name="文本框 2251">
                <a:extLst>
                  <a:ext uri="{FF2B5EF4-FFF2-40B4-BE49-F238E27FC236}">
                    <a16:creationId xmlns:a16="http://schemas.microsoft.com/office/drawing/2014/main" id="{1CF5B4A7-156B-9A3C-26D0-108D2CF73139}"/>
                  </a:ext>
                </a:extLst>
              </p:cNvPr>
              <p:cNvSpPr txBox="1"/>
              <p:nvPr/>
            </p:nvSpPr>
            <p:spPr>
              <a:xfrm>
                <a:off x="908177" y="4209638"/>
                <a:ext cx="399788" cy="338682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5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5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en-US" altLang="zh-CN" sz="15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52" name="文本框 2251">
                <a:extLst>
                  <a:ext uri="{FF2B5EF4-FFF2-40B4-BE49-F238E27FC236}">
                    <a16:creationId xmlns:a16="http://schemas.microsoft.com/office/drawing/2014/main" id="{1CF5B4A7-156B-9A3C-26D0-108D2CF73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77" y="4209638"/>
                <a:ext cx="399788" cy="338682"/>
              </a:xfrm>
              <a:prstGeom prst="rect">
                <a:avLst/>
              </a:prstGeom>
              <a:blipFill>
                <a:blip r:embed="rId11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3" name="文本框 2252">
                <a:extLst>
                  <a:ext uri="{FF2B5EF4-FFF2-40B4-BE49-F238E27FC236}">
                    <a16:creationId xmlns:a16="http://schemas.microsoft.com/office/drawing/2014/main" id="{C3A364E8-36D8-7760-62A8-EF0418859DE5}"/>
                  </a:ext>
                </a:extLst>
              </p:cNvPr>
              <p:cNvSpPr txBox="1"/>
              <p:nvPr/>
            </p:nvSpPr>
            <p:spPr>
              <a:xfrm>
                <a:off x="2570562" y="4209638"/>
                <a:ext cx="399788" cy="338682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5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5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en-US" altLang="zh-CN" sz="15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53" name="文本框 2252">
                <a:extLst>
                  <a:ext uri="{FF2B5EF4-FFF2-40B4-BE49-F238E27FC236}">
                    <a16:creationId xmlns:a16="http://schemas.microsoft.com/office/drawing/2014/main" id="{C3A364E8-36D8-7760-62A8-EF0418859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562" y="4209638"/>
                <a:ext cx="399788" cy="338682"/>
              </a:xfrm>
              <a:prstGeom prst="rect">
                <a:avLst/>
              </a:prstGeom>
              <a:blipFill>
                <a:blip r:embed="rId12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4" name="文本框 2253">
                <a:extLst>
                  <a:ext uri="{FF2B5EF4-FFF2-40B4-BE49-F238E27FC236}">
                    <a16:creationId xmlns:a16="http://schemas.microsoft.com/office/drawing/2014/main" id="{71FE5F59-ECC6-ABD9-AEBC-D2A2D2D804F7}"/>
                  </a:ext>
                </a:extLst>
              </p:cNvPr>
              <p:cNvSpPr txBox="1"/>
              <p:nvPr/>
            </p:nvSpPr>
            <p:spPr>
              <a:xfrm>
                <a:off x="4035247" y="4209450"/>
                <a:ext cx="399788" cy="338682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500" i="1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kumimoji="1" lang="en-US" altLang="zh-CN" sz="15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54" name="文本框 2253">
                <a:extLst>
                  <a:ext uri="{FF2B5EF4-FFF2-40B4-BE49-F238E27FC236}">
                    <a16:creationId xmlns:a16="http://schemas.microsoft.com/office/drawing/2014/main" id="{71FE5F59-ECC6-ABD9-AEBC-D2A2D2D80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247" y="4209450"/>
                <a:ext cx="399788" cy="338682"/>
              </a:xfrm>
              <a:prstGeom prst="rect">
                <a:avLst/>
              </a:prstGeom>
              <a:blipFill>
                <a:blip r:embed="rId13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74" name="矩形 2273">
            <a:extLst>
              <a:ext uri="{FF2B5EF4-FFF2-40B4-BE49-F238E27FC236}">
                <a16:creationId xmlns:a16="http://schemas.microsoft.com/office/drawing/2014/main" id="{2769C7D8-0FC0-EFC9-4176-26EE5A881AC5}"/>
              </a:ext>
            </a:extLst>
          </p:cNvPr>
          <p:cNvSpPr>
            <a:spLocks/>
          </p:cNvSpPr>
          <p:nvPr/>
        </p:nvSpPr>
        <p:spPr>
          <a:xfrm>
            <a:off x="598733" y="4062764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2275" name="矩形 2274">
            <a:extLst>
              <a:ext uri="{FF2B5EF4-FFF2-40B4-BE49-F238E27FC236}">
                <a16:creationId xmlns:a16="http://schemas.microsoft.com/office/drawing/2014/main" id="{65DBF9D8-6186-24B2-7C97-FF3E19629DB7}"/>
              </a:ext>
            </a:extLst>
          </p:cNvPr>
          <p:cNvSpPr>
            <a:spLocks/>
          </p:cNvSpPr>
          <p:nvPr/>
        </p:nvSpPr>
        <p:spPr>
          <a:xfrm>
            <a:off x="785354" y="4062764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2276" name="矩形 2275">
            <a:extLst>
              <a:ext uri="{FF2B5EF4-FFF2-40B4-BE49-F238E27FC236}">
                <a16:creationId xmlns:a16="http://schemas.microsoft.com/office/drawing/2014/main" id="{053B4D31-EE7D-E40F-77CF-B7436D63D556}"/>
              </a:ext>
            </a:extLst>
          </p:cNvPr>
          <p:cNvSpPr>
            <a:spLocks/>
          </p:cNvSpPr>
          <p:nvPr/>
        </p:nvSpPr>
        <p:spPr>
          <a:xfrm>
            <a:off x="1155896" y="4062764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2277" name="矩形 2276">
            <a:extLst>
              <a:ext uri="{FF2B5EF4-FFF2-40B4-BE49-F238E27FC236}">
                <a16:creationId xmlns:a16="http://schemas.microsoft.com/office/drawing/2014/main" id="{13FB36EC-0E4B-C9DC-98F8-8084357A3D15}"/>
              </a:ext>
            </a:extLst>
          </p:cNvPr>
          <p:cNvSpPr>
            <a:spLocks/>
          </p:cNvSpPr>
          <p:nvPr/>
        </p:nvSpPr>
        <p:spPr>
          <a:xfrm>
            <a:off x="1343905" y="4062764"/>
            <a:ext cx="186535" cy="184029"/>
          </a:xfrm>
          <a:prstGeom prst="rect">
            <a:avLst/>
          </a:prstGeom>
          <a:solidFill>
            <a:srgbClr val="DFA2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2278" name="圆角矩形 19">
            <a:extLst>
              <a:ext uri="{FF2B5EF4-FFF2-40B4-BE49-F238E27FC236}">
                <a16:creationId xmlns:a16="http://schemas.microsoft.com/office/drawing/2014/main" id="{C5C6DDB5-1364-7DA5-14AF-C6C1A892CD7A}"/>
              </a:ext>
            </a:extLst>
          </p:cNvPr>
          <p:cNvSpPr/>
          <p:nvPr/>
        </p:nvSpPr>
        <p:spPr>
          <a:xfrm>
            <a:off x="351534" y="4019600"/>
            <a:ext cx="1244329" cy="270344"/>
          </a:xfrm>
          <a:prstGeom prst="roundRect">
            <a:avLst>
              <a:gd name="adj" fmla="val 18887"/>
            </a:avLst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2279" name="文本框 2278">
            <a:extLst>
              <a:ext uri="{FF2B5EF4-FFF2-40B4-BE49-F238E27FC236}">
                <a16:creationId xmlns:a16="http://schemas.microsoft.com/office/drawing/2014/main" id="{8EE04452-7248-2518-D0A7-73C4CCF26A7D}"/>
              </a:ext>
            </a:extLst>
          </p:cNvPr>
          <p:cNvSpPr txBox="1"/>
          <p:nvPr/>
        </p:nvSpPr>
        <p:spPr>
          <a:xfrm>
            <a:off x="903694" y="3966530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0" dirty="0">
                <a:cs typeface="Arial" panose="020B0604020202020204" pitchFamily="34" charset="0"/>
              </a:rPr>
              <a:t>…</a:t>
            </a:r>
            <a:endParaRPr kumimoji="1" lang="zh-CN" altLang="en-US" sz="14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80" name="文本框 2279">
                <a:extLst>
                  <a:ext uri="{FF2B5EF4-FFF2-40B4-BE49-F238E27FC236}">
                    <a16:creationId xmlns:a16="http://schemas.microsoft.com/office/drawing/2014/main" id="{1AEFDAEA-708F-883D-2EEE-E052B5847D65}"/>
                  </a:ext>
                </a:extLst>
              </p:cNvPr>
              <p:cNvSpPr txBox="1"/>
              <p:nvPr/>
            </p:nvSpPr>
            <p:spPr>
              <a:xfrm>
                <a:off x="1257981" y="3966530"/>
                <a:ext cx="387862" cy="30790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80" name="文本框 2279">
                <a:extLst>
                  <a:ext uri="{FF2B5EF4-FFF2-40B4-BE49-F238E27FC236}">
                    <a16:creationId xmlns:a16="http://schemas.microsoft.com/office/drawing/2014/main" id="{1AEFDAEA-708F-883D-2EEE-E052B5847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981" y="3966530"/>
                <a:ext cx="387862" cy="30790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81" name="矩形 2280">
            <a:extLst>
              <a:ext uri="{FF2B5EF4-FFF2-40B4-BE49-F238E27FC236}">
                <a16:creationId xmlns:a16="http://schemas.microsoft.com/office/drawing/2014/main" id="{2276AC99-B1D0-1793-AE16-B59308A76EB0}"/>
              </a:ext>
            </a:extLst>
          </p:cNvPr>
          <p:cNvSpPr>
            <a:spLocks/>
          </p:cNvSpPr>
          <p:nvPr/>
        </p:nvSpPr>
        <p:spPr>
          <a:xfrm>
            <a:off x="407109" y="4062764"/>
            <a:ext cx="186535" cy="184029"/>
          </a:xfrm>
          <a:prstGeom prst="rect">
            <a:avLst/>
          </a:prstGeom>
          <a:solidFill>
            <a:srgbClr val="A6E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82" name="文本框 2281">
                <a:extLst>
                  <a:ext uri="{FF2B5EF4-FFF2-40B4-BE49-F238E27FC236}">
                    <a16:creationId xmlns:a16="http://schemas.microsoft.com/office/drawing/2014/main" id="{BA088F86-7D1D-F46E-21C0-419E90866AAD}"/>
                  </a:ext>
                </a:extLst>
              </p:cNvPr>
              <p:cNvSpPr txBox="1"/>
              <p:nvPr/>
            </p:nvSpPr>
            <p:spPr>
              <a:xfrm>
                <a:off x="331392" y="4000826"/>
                <a:ext cx="334641" cy="30790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82" name="文本框 2281">
                <a:extLst>
                  <a:ext uri="{FF2B5EF4-FFF2-40B4-BE49-F238E27FC236}">
                    <a16:creationId xmlns:a16="http://schemas.microsoft.com/office/drawing/2014/main" id="{BA088F86-7D1D-F46E-21C0-419E90866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92" y="4000826"/>
                <a:ext cx="334641" cy="30790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9" name="文本框 2288">
                <a:extLst>
                  <a:ext uri="{FF2B5EF4-FFF2-40B4-BE49-F238E27FC236}">
                    <a16:creationId xmlns:a16="http://schemas.microsoft.com/office/drawing/2014/main" id="{3B093B91-4825-D902-DA1E-D0DFEE6B60B0}"/>
                  </a:ext>
                </a:extLst>
              </p:cNvPr>
              <p:cNvSpPr txBox="1"/>
              <p:nvPr/>
            </p:nvSpPr>
            <p:spPr>
              <a:xfrm>
                <a:off x="3029662" y="3966530"/>
                <a:ext cx="403893" cy="30790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89" name="文本框 2288">
                <a:extLst>
                  <a:ext uri="{FF2B5EF4-FFF2-40B4-BE49-F238E27FC236}">
                    <a16:creationId xmlns:a16="http://schemas.microsoft.com/office/drawing/2014/main" id="{3B093B91-4825-D902-DA1E-D0DFEE6B6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662" y="3966530"/>
                <a:ext cx="403893" cy="30790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2" name="文本框 2291">
            <a:extLst>
              <a:ext uri="{FF2B5EF4-FFF2-40B4-BE49-F238E27FC236}">
                <a16:creationId xmlns:a16="http://schemas.microsoft.com/office/drawing/2014/main" id="{374DD2F8-9F87-284B-9875-28C61670F98A}"/>
              </a:ext>
            </a:extLst>
          </p:cNvPr>
          <p:cNvSpPr txBox="1"/>
          <p:nvPr/>
        </p:nvSpPr>
        <p:spPr>
          <a:xfrm>
            <a:off x="1720684" y="4000826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0" dirty="0">
                <a:cs typeface="Arial" panose="020B0604020202020204" pitchFamily="34" charset="0"/>
              </a:rPr>
              <a:t>…</a:t>
            </a:r>
            <a:endParaRPr kumimoji="1" lang="zh-CN" altLang="en-US" sz="14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99" name="文本框 2298">
                <a:extLst>
                  <a:ext uri="{FF2B5EF4-FFF2-40B4-BE49-F238E27FC236}">
                    <a16:creationId xmlns:a16="http://schemas.microsoft.com/office/drawing/2014/main" id="{0A3318CA-5A08-BE42-FD1A-04EC5891CF7F}"/>
                  </a:ext>
                </a:extLst>
              </p:cNvPr>
              <p:cNvSpPr txBox="1"/>
              <p:nvPr/>
            </p:nvSpPr>
            <p:spPr>
              <a:xfrm>
                <a:off x="4556362" y="3958284"/>
                <a:ext cx="399212" cy="32438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99" name="文本框 2298">
                <a:extLst>
                  <a:ext uri="{FF2B5EF4-FFF2-40B4-BE49-F238E27FC236}">
                    <a16:creationId xmlns:a16="http://schemas.microsoft.com/office/drawing/2014/main" id="{0A3318CA-5A08-BE42-FD1A-04EC5891C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362" y="3958284"/>
                <a:ext cx="399212" cy="32438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箭头连接符 57">
            <a:extLst>
              <a:ext uri="{FF2B5EF4-FFF2-40B4-BE49-F238E27FC236}">
                <a16:creationId xmlns:a16="http://schemas.microsoft.com/office/drawing/2014/main" id="{B699DE1B-BD56-C6EC-6523-95BA5929BEF0}"/>
              </a:ext>
            </a:extLst>
          </p:cNvPr>
          <p:cNvCxnSpPr>
            <a:cxnSpLocks/>
            <a:stCxn id="62" idx="0"/>
            <a:endCxn id="6" idx="2"/>
          </p:cNvCxnSpPr>
          <p:nvPr/>
        </p:nvCxnSpPr>
        <p:spPr>
          <a:xfrm flipH="1" flipV="1">
            <a:off x="1054638" y="1032562"/>
            <a:ext cx="295" cy="24695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2BABDEC-4F5F-7347-3C9F-891DE13B01E0}"/>
              </a:ext>
            </a:extLst>
          </p:cNvPr>
          <p:cNvSpPr txBox="1"/>
          <p:nvPr/>
        </p:nvSpPr>
        <p:spPr>
          <a:xfrm>
            <a:off x="643759" y="808588"/>
            <a:ext cx="821746" cy="223974"/>
          </a:xfrm>
          <a:prstGeom prst="rect">
            <a:avLst/>
          </a:prstGeom>
          <a:solidFill>
            <a:srgbClr val="B300FE">
              <a:alpha val="20000"/>
            </a:srgbClr>
          </a:solidFill>
        </p:spPr>
        <p:txBody>
          <a:bodyPr wrap="square" rtlCol="0" anchor="ctr">
            <a:noAutofit/>
          </a:bodyPr>
          <a:lstStyle/>
          <a:p>
            <a:endParaRPr kumimoji="1" lang="zh-CN" altLang="en-US" sz="16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9CC0E1F-9C24-65FE-5837-42C01F310B7B}"/>
                  </a:ext>
                </a:extLst>
              </p:cNvPr>
              <p:cNvSpPr txBox="1"/>
              <p:nvPr/>
            </p:nvSpPr>
            <p:spPr>
              <a:xfrm>
                <a:off x="662600" y="746880"/>
                <a:ext cx="240571" cy="307777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9CC0E1F-9C24-65FE-5837-42C01F310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00" y="746880"/>
                <a:ext cx="240571" cy="307777"/>
              </a:xfrm>
              <a:prstGeom prst="rect">
                <a:avLst/>
              </a:prstGeom>
              <a:blipFill>
                <a:blip r:embed="rId18"/>
                <a:stretch>
                  <a:fillRect r="-12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E376A7E-9B05-B5F8-3510-59203AD9DBAD}"/>
                  </a:ext>
                </a:extLst>
              </p:cNvPr>
              <p:cNvSpPr txBox="1"/>
              <p:nvPr/>
            </p:nvSpPr>
            <p:spPr>
              <a:xfrm>
                <a:off x="1074458" y="746391"/>
                <a:ext cx="249434" cy="307777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E376A7E-9B05-B5F8-3510-59203AD9D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458" y="746391"/>
                <a:ext cx="249434" cy="307777"/>
              </a:xfrm>
              <a:prstGeom prst="rect">
                <a:avLst/>
              </a:prstGeom>
              <a:blipFill>
                <a:blip r:embed="rId19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5715663-2A53-A9FA-0413-63334F7F7E75}"/>
                  </a:ext>
                </a:extLst>
              </p:cNvPr>
              <p:cNvSpPr txBox="1"/>
              <p:nvPr/>
            </p:nvSpPr>
            <p:spPr>
              <a:xfrm>
                <a:off x="854754" y="785811"/>
                <a:ext cx="321063" cy="183699"/>
              </a:xfrm>
              <a:prstGeom prst="rect">
                <a:avLst/>
              </a:prstGeom>
              <a:noFill/>
            </p:spPr>
            <p:txBody>
              <a:bodyPr wrap="square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5715663-2A53-A9FA-0413-63334F7F7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54" y="785811"/>
                <a:ext cx="321063" cy="1836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B2B927EE-D6AA-7A59-0775-F54DDC21C965}"/>
              </a:ext>
            </a:extLst>
          </p:cNvPr>
          <p:cNvSpPr txBox="1"/>
          <p:nvPr/>
        </p:nvSpPr>
        <p:spPr>
          <a:xfrm>
            <a:off x="2090956" y="815569"/>
            <a:ext cx="821746" cy="212267"/>
          </a:xfrm>
          <a:prstGeom prst="rect">
            <a:avLst/>
          </a:prstGeom>
          <a:solidFill>
            <a:srgbClr val="B300FE">
              <a:alpha val="20000"/>
            </a:srgbClr>
          </a:solidFill>
        </p:spPr>
        <p:txBody>
          <a:bodyPr wrap="square" rtlCol="0" anchor="ctr">
            <a:noAutofit/>
          </a:bodyPr>
          <a:lstStyle/>
          <a:p>
            <a:endParaRPr kumimoji="1" lang="zh-CN" altLang="en-US" sz="16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B344B3E-C5F0-9C01-4969-DCA006CCF9F0}"/>
                  </a:ext>
                </a:extLst>
              </p:cNvPr>
              <p:cNvSpPr txBox="1"/>
              <p:nvPr/>
            </p:nvSpPr>
            <p:spPr>
              <a:xfrm>
                <a:off x="2109797" y="742644"/>
                <a:ext cx="240571" cy="307777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B344B3E-C5F0-9C01-4969-DCA006CCF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797" y="742644"/>
                <a:ext cx="240571" cy="307777"/>
              </a:xfrm>
              <a:prstGeom prst="rect">
                <a:avLst/>
              </a:prstGeom>
              <a:blipFill>
                <a:blip r:embed="rId21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C57036A-EB85-F8A7-95D7-091B17772628}"/>
                  </a:ext>
                </a:extLst>
              </p:cNvPr>
              <p:cNvSpPr txBox="1"/>
              <p:nvPr/>
            </p:nvSpPr>
            <p:spPr>
              <a:xfrm>
                <a:off x="2521655" y="749773"/>
                <a:ext cx="249434" cy="307777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C57036A-EB85-F8A7-95D7-091B17772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655" y="749773"/>
                <a:ext cx="249434" cy="307777"/>
              </a:xfrm>
              <a:prstGeom prst="rect">
                <a:avLst/>
              </a:prstGeom>
              <a:blipFill>
                <a:blip r:embed="rId22"/>
                <a:stretch>
                  <a:fillRect r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08FAACA-CADC-ABDC-6D26-8A350524D136}"/>
                  </a:ext>
                </a:extLst>
              </p:cNvPr>
              <p:cNvSpPr txBox="1"/>
              <p:nvPr/>
            </p:nvSpPr>
            <p:spPr>
              <a:xfrm>
                <a:off x="2320095" y="790738"/>
                <a:ext cx="321063" cy="183699"/>
              </a:xfrm>
              <a:prstGeom prst="rect">
                <a:avLst/>
              </a:prstGeom>
              <a:noFill/>
            </p:spPr>
            <p:txBody>
              <a:bodyPr wrap="square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08FAACA-CADC-ABDC-6D26-8A350524D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095" y="790738"/>
                <a:ext cx="321063" cy="1836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10CD7D03-3DF8-3830-9CED-B2682FBB93BD}"/>
              </a:ext>
            </a:extLst>
          </p:cNvPr>
          <p:cNvSpPr txBox="1"/>
          <p:nvPr/>
        </p:nvSpPr>
        <p:spPr>
          <a:xfrm>
            <a:off x="3748471" y="821384"/>
            <a:ext cx="821746" cy="207106"/>
          </a:xfrm>
          <a:prstGeom prst="rect">
            <a:avLst/>
          </a:prstGeom>
          <a:solidFill>
            <a:srgbClr val="B300FE">
              <a:alpha val="20000"/>
            </a:srgbClr>
          </a:solidFill>
        </p:spPr>
        <p:txBody>
          <a:bodyPr wrap="square" rtlCol="0" anchor="ctr">
            <a:noAutofit/>
          </a:bodyPr>
          <a:lstStyle/>
          <a:p>
            <a:endParaRPr kumimoji="1" lang="zh-CN" altLang="en-US" sz="16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C2AEEE0-4E5F-F6F9-7CA4-2EF63D0FA628}"/>
                  </a:ext>
                </a:extLst>
              </p:cNvPr>
              <p:cNvSpPr txBox="1"/>
              <p:nvPr/>
            </p:nvSpPr>
            <p:spPr>
              <a:xfrm>
                <a:off x="3767311" y="759956"/>
                <a:ext cx="240571" cy="307777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zh-CN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C2AEEE0-4E5F-F6F9-7CA4-2EF63D0FA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311" y="759956"/>
                <a:ext cx="240571" cy="307777"/>
              </a:xfrm>
              <a:prstGeom prst="rect">
                <a:avLst/>
              </a:prstGeom>
              <a:blipFill>
                <a:blip r:embed="rId24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E578953-F07F-989C-7FCD-F4365ECCE7F0}"/>
                  </a:ext>
                </a:extLst>
              </p:cNvPr>
              <p:cNvSpPr txBox="1"/>
              <p:nvPr/>
            </p:nvSpPr>
            <p:spPr>
              <a:xfrm>
                <a:off x="4179170" y="761645"/>
                <a:ext cx="249434" cy="307777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E578953-F07F-989C-7FCD-F4365ECCE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170" y="761645"/>
                <a:ext cx="249434" cy="307777"/>
              </a:xfrm>
              <a:prstGeom prst="rect">
                <a:avLst/>
              </a:prstGeom>
              <a:blipFill>
                <a:blip r:embed="rId25"/>
                <a:stretch>
                  <a:fillRect r="-3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线箭头连接符 57">
            <a:extLst>
              <a:ext uri="{FF2B5EF4-FFF2-40B4-BE49-F238E27FC236}">
                <a16:creationId xmlns:a16="http://schemas.microsoft.com/office/drawing/2014/main" id="{0E08F3A0-9CFE-BFEA-194B-691BE04B41FC}"/>
              </a:ext>
            </a:extLst>
          </p:cNvPr>
          <p:cNvCxnSpPr>
            <a:cxnSpLocks/>
            <a:stCxn id="45" idx="0"/>
            <a:endCxn id="11" idx="2"/>
          </p:cNvCxnSpPr>
          <p:nvPr/>
        </p:nvCxnSpPr>
        <p:spPr>
          <a:xfrm flipV="1">
            <a:off x="2493463" y="1027836"/>
            <a:ext cx="8366" cy="24943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线箭头连接符 57">
            <a:extLst>
              <a:ext uri="{FF2B5EF4-FFF2-40B4-BE49-F238E27FC236}">
                <a16:creationId xmlns:a16="http://schemas.microsoft.com/office/drawing/2014/main" id="{C232CBA0-F157-C59F-5F13-372E8A3F831C}"/>
              </a:ext>
            </a:extLst>
          </p:cNvPr>
          <p:cNvCxnSpPr>
            <a:cxnSpLocks/>
            <a:stCxn id="1350" idx="0"/>
            <a:endCxn id="17" idx="2"/>
          </p:cNvCxnSpPr>
          <p:nvPr/>
        </p:nvCxnSpPr>
        <p:spPr>
          <a:xfrm flipV="1">
            <a:off x="4154166" y="1028490"/>
            <a:ext cx="5178" cy="32875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C9154E53-D747-8A97-6085-877EC2A8EBAB}"/>
              </a:ext>
            </a:extLst>
          </p:cNvPr>
          <p:cNvSpPr txBox="1"/>
          <p:nvPr/>
        </p:nvSpPr>
        <p:spPr>
          <a:xfrm>
            <a:off x="2503798" y="988024"/>
            <a:ext cx="918893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zh-CN" sz="1200" dirty="0">
                <a:cs typeface="Arial" panose="020B0604020202020204" pitchFamily="34" charset="0"/>
              </a:rPr>
              <a:t>Confidence</a:t>
            </a:r>
            <a:endParaRPr kumimoji="1" lang="zh-CN" altLang="en-US" sz="1200" dirty="0"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A1B2733-5EF0-7E12-1167-0DD76668F187}"/>
              </a:ext>
            </a:extLst>
          </p:cNvPr>
          <p:cNvSpPr txBox="1"/>
          <p:nvPr/>
        </p:nvSpPr>
        <p:spPr>
          <a:xfrm>
            <a:off x="979500" y="992814"/>
            <a:ext cx="1025049" cy="300696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zh-CN" sz="1200" dirty="0">
                <a:cs typeface="Arial" panose="020B0604020202020204" pitchFamily="34" charset="0"/>
              </a:rPr>
              <a:t>Relevance</a:t>
            </a:r>
            <a:endParaRPr kumimoji="1" lang="zh-CN" altLang="en-US" sz="1200" dirty="0"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61BDED-2B48-B432-E8A5-FCFA0BA2813B}"/>
              </a:ext>
            </a:extLst>
          </p:cNvPr>
          <p:cNvSpPr txBox="1"/>
          <p:nvPr/>
        </p:nvSpPr>
        <p:spPr>
          <a:xfrm>
            <a:off x="4104820" y="981075"/>
            <a:ext cx="1055504" cy="453534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zh-CN" sz="1200" dirty="0">
                <a:cs typeface="Arial" panose="020B0604020202020204" pitchFamily="34" charset="0"/>
              </a:rPr>
              <a:t>Adaptability</a:t>
            </a:r>
            <a:endParaRPr kumimoji="1" lang="zh-CN" altLang="en-US" sz="1200" dirty="0">
              <a:cs typeface="Arial" panose="020B0604020202020204" pitchFamily="34" charset="0"/>
            </a:endParaRPr>
          </a:p>
        </p:txBody>
      </p:sp>
      <p:cxnSp>
        <p:nvCxnSpPr>
          <p:cNvPr id="26" name="Elbow Connector 666">
            <a:extLst>
              <a:ext uri="{FF2B5EF4-FFF2-40B4-BE49-F238E27FC236}">
                <a16:creationId xmlns:a16="http://schemas.microsoft.com/office/drawing/2014/main" id="{F5E55743-D0DE-A79F-F8E1-1747D25614BD}"/>
              </a:ext>
            </a:extLst>
          </p:cNvPr>
          <p:cNvCxnSpPr>
            <a:cxnSpLocks/>
            <a:stCxn id="6" idx="0"/>
            <a:endCxn id="40" idx="2"/>
          </p:cNvCxnSpPr>
          <p:nvPr/>
        </p:nvCxnSpPr>
        <p:spPr>
          <a:xfrm rot="5400000" flipH="1" flipV="1">
            <a:off x="1587952" y="17340"/>
            <a:ext cx="257930" cy="1324571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Elbow Connector 666">
            <a:extLst>
              <a:ext uri="{FF2B5EF4-FFF2-40B4-BE49-F238E27FC236}">
                <a16:creationId xmlns:a16="http://schemas.microsoft.com/office/drawing/2014/main" id="{CE67E9F7-D8FA-787E-E6C0-947EA8CF71D4}"/>
              </a:ext>
            </a:extLst>
          </p:cNvPr>
          <p:cNvCxnSpPr>
            <a:cxnSpLocks/>
            <a:stCxn id="11" idx="0"/>
            <a:endCxn id="40" idx="4"/>
          </p:cNvCxnSpPr>
          <p:nvPr/>
        </p:nvCxnSpPr>
        <p:spPr>
          <a:xfrm rot="16200000" flipV="1">
            <a:off x="2429085" y="742823"/>
            <a:ext cx="144764" cy="724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Elbow Connector 666">
            <a:extLst>
              <a:ext uri="{FF2B5EF4-FFF2-40B4-BE49-F238E27FC236}">
                <a16:creationId xmlns:a16="http://schemas.microsoft.com/office/drawing/2014/main" id="{8030892A-518B-805D-968A-C80781532C86}"/>
              </a:ext>
            </a:extLst>
          </p:cNvPr>
          <p:cNvCxnSpPr>
            <a:cxnSpLocks/>
            <a:stCxn id="17" idx="0"/>
            <a:endCxn id="40" idx="6"/>
          </p:cNvCxnSpPr>
          <p:nvPr/>
        </p:nvCxnSpPr>
        <p:spPr>
          <a:xfrm rot="16200000" flipV="1">
            <a:off x="3255813" y="-82148"/>
            <a:ext cx="270726" cy="1536337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36E1E89-DAAA-6A6E-6CD5-73F16CC6085C}"/>
              </a:ext>
            </a:extLst>
          </p:cNvPr>
          <p:cNvSpPr txBox="1"/>
          <p:nvPr/>
        </p:nvSpPr>
        <p:spPr>
          <a:xfrm>
            <a:off x="2473591" y="215013"/>
            <a:ext cx="776197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zh-CN" sz="1200" dirty="0">
                <a:cs typeface="Arial" panose="020B0604020202020204" pitchFamily="34" charset="0"/>
              </a:rPr>
              <a:t>Update</a:t>
            </a:r>
            <a:endParaRPr kumimoji="1" lang="zh-CN" altLang="en-US" sz="1200" dirty="0"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F9B3CC3-9C96-8C22-FB63-1E53F4A08B97}"/>
              </a:ext>
            </a:extLst>
          </p:cNvPr>
          <p:cNvSpPr txBox="1"/>
          <p:nvPr/>
        </p:nvSpPr>
        <p:spPr>
          <a:xfrm>
            <a:off x="2035476" y="13137"/>
            <a:ext cx="930607" cy="212267"/>
          </a:xfrm>
          <a:prstGeom prst="rect">
            <a:avLst/>
          </a:prstGeom>
          <a:solidFill>
            <a:srgbClr val="B300FE">
              <a:alpha val="20000"/>
            </a:srgbClr>
          </a:solidFill>
        </p:spPr>
        <p:txBody>
          <a:bodyPr wrap="square" rtlCol="0" anchor="ctr">
            <a:noAutofit/>
          </a:bodyPr>
          <a:lstStyle/>
          <a:p>
            <a:endParaRPr kumimoji="1" lang="zh-CN" altLang="en-US" sz="12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C89B29B-3945-26B9-6FAF-9AD1F357105A}"/>
                  </a:ext>
                </a:extLst>
              </p:cNvPr>
              <p:cNvSpPr txBox="1"/>
              <p:nvPr/>
            </p:nvSpPr>
            <p:spPr>
              <a:xfrm>
                <a:off x="2058065" y="-38170"/>
                <a:ext cx="288586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C89B29B-3945-26B9-6FAF-9AD1F3571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065" y="-38170"/>
                <a:ext cx="288586" cy="2769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B67D48F-C8EA-7832-3159-18DF459EF280}"/>
                  </a:ext>
                </a:extLst>
              </p:cNvPr>
              <p:cNvSpPr txBox="1"/>
              <p:nvPr/>
            </p:nvSpPr>
            <p:spPr>
              <a:xfrm>
                <a:off x="2552130" y="-35204"/>
                <a:ext cx="299218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B67D48F-C8EA-7832-3159-18DF459EF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130" y="-35204"/>
                <a:ext cx="299218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7BB846C-C113-DF20-E674-18CD842933A7}"/>
                  </a:ext>
                </a:extLst>
              </p:cNvPr>
              <p:cNvSpPr txBox="1"/>
              <p:nvPr/>
            </p:nvSpPr>
            <p:spPr>
              <a:xfrm>
                <a:off x="2288573" y="-10128"/>
                <a:ext cx="385143" cy="183699"/>
              </a:xfrm>
              <a:prstGeom prst="rect">
                <a:avLst/>
              </a:prstGeom>
              <a:noFill/>
            </p:spPr>
            <p:txBody>
              <a:bodyPr wrap="square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200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7BB846C-C113-DF20-E674-18CD84293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573" y="-10128"/>
                <a:ext cx="385143" cy="1836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Elbow Connector 666">
            <a:extLst>
              <a:ext uri="{FF2B5EF4-FFF2-40B4-BE49-F238E27FC236}">
                <a16:creationId xmlns:a16="http://schemas.microsoft.com/office/drawing/2014/main" id="{D7158D6E-6686-8566-4EB1-9D6A6D02CA03}"/>
              </a:ext>
            </a:extLst>
          </p:cNvPr>
          <p:cNvCxnSpPr>
            <a:cxnSpLocks/>
            <a:stCxn id="40" idx="0"/>
            <a:endCxn id="31" idx="2"/>
          </p:cNvCxnSpPr>
          <p:nvPr/>
        </p:nvCxnSpPr>
        <p:spPr>
          <a:xfrm rot="16200000" flipV="1">
            <a:off x="2398391" y="327793"/>
            <a:ext cx="205111" cy="331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50B0E022-951C-5F3E-4955-C72C20E64D10}"/>
              </a:ext>
            </a:extLst>
          </p:cNvPr>
          <p:cNvGrpSpPr/>
          <p:nvPr/>
        </p:nvGrpSpPr>
        <p:grpSpPr>
          <a:xfrm>
            <a:off x="2379203" y="430514"/>
            <a:ext cx="243804" cy="240291"/>
            <a:chOff x="-1428211" y="5713684"/>
            <a:chExt cx="590021" cy="585314"/>
          </a:xfrm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38AAE906-05AA-22F4-9304-8D2E7294BD16}"/>
                </a:ext>
              </a:extLst>
            </p:cNvPr>
            <p:cNvSpPr/>
            <p:nvPr/>
          </p:nvSpPr>
          <p:spPr>
            <a:xfrm>
              <a:off x="-1428211" y="5713684"/>
              <a:ext cx="590021" cy="585314"/>
            </a:xfrm>
            <a:prstGeom prst="ellipse">
              <a:avLst/>
            </a:prstGeom>
            <a:solidFill>
              <a:schemeClr val="bg1">
                <a:alpha val="9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cs typeface="Arial" panose="020B0604020202020204" pitchFamily="34" charset="0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4177D44D-D828-7222-29D2-320D274A9739}"/>
                </a:ext>
              </a:extLst>
            </p:cNvPr>
            <p:cNvCxnSpPr>
              <a:cxnSpLocks/>
              <a:stCxn id="40" idx="1"/>
              <a:endCxn id="40" idx="5"/>
            </p:cNvCxnSpPr>
            <p:nvPr/>
          </p:nvCxnSpPr>
          <p:spPr>
            <a:xfrm>
              <a:off x="-1341804" y="5799401"/>
              <a:ext cx="417208" cy="413880"/>
            </a:xfrm>
            <a:prstGeom prst="line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165B302-D573-95CD-3579-2AB00CE721FE}"/>
                </a:ext>
              </a:extLst>
            </p:cNvPr>
            <p:cNvCxnSpPr>
              <a:cxnSpLocks/>
              <a:stCxn id="40" idx="7"/>
              <a:endCxn id="40" idx="3"/>
            </p:cNvCxnSpPr>
            <p:nvPr/>
          </p:nvCxnSpPr>
          <p:spPr>
            <a:xfrm flipH="1">
              <a:off x="-1341804" y="5799401"/>
              <a:ext cx="417208" cy="413880"/>
            </a:xfrm>
            <a:prstGeom prst="line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矩形 44">
            <a:extLst>
              <a:ext uri="{FF2B5EF4-FFF2-40B4-BE49-F238E27FC236}">
                <a16:creationId xmlns:a16="http://schemas.microsoft.com/office/drawing/2014/main" id="{5FFB5F28-AD87-867B-CD86-FABB16BFB988}"/>
              </a:ext>
            </a:extLst>
          </p:cNvPr>
          <p:cNvSpPr>
            <a:spLocks/>
          </p:cNvSpPr>
          <p:nvPr/>
        </p:nvSpPr>
        <p:spPr>
          <a:xfrm>
            <a:off x="1878402" y="1277261"/>
            <a:ext cx="1230124" cy="230928"/>
          </a:xfrm>
          <a:prstGeom prst="rect">
            <a:avLst/>
          </a:prstGeom>
          <a:solidFill>
            <a:srgbClr val="F1E1CA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cs typeface="Arial" panose="020B0604020202020204" pitchFamily="34" charset="0"/>
            </a:endParaRPr>
          </a:p>
        </p:txBody>
      </p:sp>
      <p:pic>
        <p:nvPicPr>
          <p:cNvPr id="46" name="图形 45" descr="火 纯色填充">
            <a:extLst>
              <a:ext uri="{FF2B5EF4-FFF2-40B4-BE49-F238E27FC236}">
                <a16:creationId xmlns:a16="http://schemas.microsoft.com/office/drawing/2014/main" id="{D3B75F26-9FF9-8A78-CC56-C413A0F9E96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2379" y="1267609"/>
            <a:ext cx="245330" cy="2453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D4D5C96A-541A-CB79-4A33-C8F0C008985C}"/>
                  </a:ext>
                </a:extLst>
              </p:cNvPr>
              <p:cNvSpPr txBox="1"/>
              <p:nvPr/>
            </p:nvSpPr>
            <p:spPr>
              <a:xfrm flipH="1">
                <a:off x="1263741" y="1496580"/>
                <a:ext cx="244338" cy="192971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100" i="1" dirty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zh-CN" altLang="en-U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D4D5C96A-541A-CB79-4A33-C8F0C0089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63741" y="1496580"/>
                <a:ext cx="244338" cy="192971"/>
              </a:xfrm>
              <a:prstGeom prst="rect">
                <a:avLst/>
              </a:prstGeom>
              <a:blipFill>
                <a:blip r:embed="rId29"/>
                <a:stretch>
                  <a:fillRect r="-2500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B3C63722-856A-34C1-C972-06705B1F101A}"/>
                  </a:ext>
                </a:extLst>
              </p:cNvPr>
              <p:cNvSpPr txBox="1"/>
              <p:nvPr/>
            </p:nvSpPr>
            <p:spPr>
              <a:xfrm flipH="1">
                <a:off x="543854" y="1502761"/>
                <a:ext cx="465275" cy="201248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100" i="1" dirty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zh-CN" sz="11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1100" i="1" dirty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kumimoji="1" lang="zh-CN" altLang="en-U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B3C63722-856A-34C1-C972-06705B1F1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43854" y="1502761"/>
                <a:ext cx="465275" cy="201248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6" name="文本框 1375">
                <a:extLst>
                  <a:ext uri="{FF2B5EF4-FFF2-40B4-BE49-F238E27FC236}">
                    <a16:creationId xmlns:a16="http://schemas.microsoft.com/office/drawing/2014/main" id="{6F0A89E4-D472-DA20-6736-F032892066CB}"/>
                  </a:ext>
                </a:extLst>
              </p:cNvPr>
              <p:cNvSpPr txBox="1"/>
              <p:nvPr/>
            </p:nvSpPr>
            <p:spPr>
              <a:xfrm flipH="1">
                <a:off x="2711391" y="1507127"/>
                <a:ext cx="244338" cy="192971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100" i="1" dirty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zh-CN" altLang="en-U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76" name="文本框 1375">
                <a:extLst>
                  <a:ext uri="{FF2B5EF4-FFF2-40B4-BE49-F238E27FC236}">
                    <a16:creationId xmlns:a16="http://schemas.microsoft.com/office/drawing/2014/main" id="{6F0A89E4-D472-DA20-6736-F03289206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11391" y="1507127"/>
                <a:ext cx="244338" cy="192971"/>
              </a:xfrm>
              <a:prstGeom prst="rect">
                <a:avLst/>
              </a:prstGeom>
              <a:blipFill>
                <a:blip r:embed="rId29"/>
                <a:stretch>
                  <a:fillRect r="-2500"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7" name="文本框 1376">
                <a:extLst>
                  <a:ext uri="{FF2B5EF4-FFF2-40B4-BE49-F238E27FC236}">
                    <a16:creationId xmlns:a16="http://schemas.microsoft.com/office/drawing/2014/main" id="{D10D4085-11F8-AD10-842B-83A5CFF51129}"/>
                  </a:ext>
                </a:extLst>
              </p:cNvPr>
              <p:cNvSpPr txBox="1"/>
              <p:nvPr/>
            </p:nvSpPr>
            <p:spPr>
              <a:xfrm flipH="1">
                <a:off x="2001456" y="1513070"/>
                <a:ext cx="465275" cy="201248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100" i="1" dirty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zh-CN" sz="11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1100" i="1" dirty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kumimoji="1" lang="zh-CN" altLang="en-U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77" name="文本框 1376">
                <a:extLst>
                  <a:ext uri="{FF2B5EF4-FFF2-40B4-BE49-F238E27FC236}">
                    <a16:creationId xmlns:a16="http://schemas.microsoft.com/office/drawing/2014/main" id="{D10D4085-11F8-AD10-842B-83A5CFF51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001456" y="1513070"/>
                <a:ext cx="465275" cy="201248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0" name="直接箭头连接符 1499">
            <a:extLst>
              <a:ext uri="{FF2B5EF4-FFF2-40B4-BE49-F238E27FC236}">
                <a16:creationId xmlns:a16="http://schemas.microsoft.com/office/drawing/2014/main" id="{4C88C1B3-8A81-E5F4-AE6E-823801AEF8D4}"/>
              </a:ext>
            </a:extLst>
          </p:cNvPr>
          <p:cNvCxnSpPr>
            <a:cxnSpLocks/>
            <a:stCxn id="1409" idx="0"/>
            <a:endCxn id="1376" idx="2"/>
          </p:cNvCxnSpPr>
          <p:nvPr/>
        </p:nvCxnSpPr>
        <p:spPr>
          <a:xfrm flipV="1">
            <a:off x="2484813" y="1700098"/>
            <a:ext cx="348753" cy="140101"/>
          </a:xfrm>
          <a:prstGeom prst="straightConnector1">
            <a:avLst/>
          </a:prstGeom>
          <a:ln w="9525">
            <a:solidFill>
              <a:schemeClr val="accent4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4" name="直接箭头连接符 1503">
            <a:extLst>
              <a:ext uri="{FF2B5EF4-FFF2-40B4-BE49-F238E27FC236}">
                <a16:creationId xmlns:a16="http://schemas.microsoft.com/office/drawing/2014/main" id="{FBCBC28D-D3B3-ACE2-4CF7-69AE209DA0AA}"/>
              </a:ext>
            </a:extLst>
          </p:cNvPr>
          <p:cNvCxnSpPr>
            <a:cxnSpLocks/>
            <a:stCxn id="1409" idx="0"/>
            <a:endCxn id="57" idx="2"/>
          </p:cNvCxnSpPr>
          <p:nvPr/>
        </p:nvCxnSpPr>
        <p:spPr>
          <a:xfrm flipH="1" flipV="1">
            <a:off x="1385916" y="1689545"/>
            <a:ext cx="1098897" cy="150648"/>
          </a:xfrm>
          <a:prstGeom prst="straightConnector1">
            <a:avLst/>
          </a:prstGeom>
          <a:ln w="9525">
            <a:solidFill>
              <a:schemeClr val="accent4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1" name="直接箭头连接符 1510">
            <a:extLst>
              <a:ext uri="{FF2B5EF4-FFF2-40B4-BE49-F238E27FC236}">
                <a16:creationId xmlns:a16="http://schemas.microsoft.com/office/drawing/2014/main" id="{2D9A1AB5-E0D6-31AB-2E93-6580075AEB5C}"/>
              </a:ext>
            </a:extLst>
          </p:cNvPr>
          <p:cNvCxnSpPr>
            <a:cxnSpLocks/>
            <a:stCxn id="1407" idx="0"/>
            <a:endCxn id="1377" idx="2"/>
          </p:cNvCxnSpPr>
          <p:nvPr/>
        </p:nvCxnSpPr>
        <p:spPr>
          <a:xfrm flipV="1">
            <a:off x="1634308" y="1714325"/>
            <a:ext cx="599782" cy="125875"/>
          </a:xfrm>
          <a:prstGeom prst="straightConnector1">
            <a:avLst/>
          </a:prstGeom>
          <a:ln w="9525">
            <a:solidFill>
              <a:srgbClr val="F99B7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4" name="直接箭头连接符 1513">
            <a:extLst>
              <a:ext uri="{FF2B5EF4-FFF2-40B4-BE49-F238E27FC236}">
                <a16:creationId xmlns:a16="http://schemas.microsoft.com/office/drawing/2014/main" id="{C36AE824-2BEF-6E95-7222-B1112E16EFED}"/>
              </a:ext>
            </a:extLst>
          </p:cNvPr>
          <p:cNvCxnSpPr>
            <a:cxnSpLocks/>
            <a:stCxn id="1407" idx="0"/>
            <a:endCxn id="61" idx="2"/>
          </p:cNvCxnSpPr>
          <p:nvPr/>
        </p:nvCxnSpPr>
        <p:spPr>
          <a:xfrm flipH="1" flipV="1">
            <a:off x="776485" y="1704009"/>
            <a:ext cx="857822" cy="136184"/>
          </a:xfrm>
          <a:prstGeom prst="straightConnector1">
            <a:avLst/>
          </a:prstGeom>
          <a:ln w="9525">
            <a:solidFill>
              <a:srgbClr val="F99B7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8" name="直接箭头连接符 1517">
            <a:extLst>
              <a:ext uri="{FF2B5EF4-FFF2-40B4-BE49-F238E27FC236}">
                <a16:creationId xmlns:a16="http://schemas.microsoft.com/office/drawing/2014/main" id="{7B3B15F3-6DB5-B9CC-9604-AA0BD6CA0D6B}"/>
              </a:ext>
            </a:extLst>
          </p:cNvPr>
          <p:cNvCxnSpPr>
            <a:cxnSpLocks/>
            <a:endCxn id="61" idx="2"/>
          </p:cNvCxnSpPr>
          <p:nvPr/>
        </p:nvCxnSpPr>
        <p:spPr>
          <a:xfrm flipV="1">
            <a:off x="729913" y="1704015"/>
            <a:ext cx="46566" cy="250487"/>
          </a:xfrm>
          <a:prstGeom prst="straightConnector1">
            <a:avLst/>
          </a:prstGeom>
          <a:ln w="9525">
            <a:solidFill>
              <a:srgbClr val="F99B7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1" name="直接箭头连接符 1520">
            <a:extLst>
              <a:ext uri="{FF2B5EF4-FFF2-40B4-BE49-F238E27FC236}">
                <a16:creationId xmlns:a16="http://schemas.microsoft.com/office/drawing/2014/main" id="{72163BD5-4CD3-EDF7-21B9-C866FAAF8A9A}"/>
              </a:ext>
            </a:extLst>
          </p:cNvPr>
          <p:cNvCxnSpPr>
            <a:cxnSpLocks/>
            <a:stCxn id="1405" idx="0"/>
            <a:endCxn id="1377" idx="2"/>
          </p:cNvCxnSpPr>
          <p:nvPr/>
        </p:nvCxnSpPr>
        <p:spPr>
          <a:xfrm flipV="1">
            <a:off x="814955" y="1714325"/>
            <a:ext cx="1419139" cy="125875"/>
          </a:xfrm>
          <a:prstGeom prst="straightConnector1">
            <a:avLst/>
          </a:prstGeom>
          <a:ln w="9525">
            <a:solidFill>
              <a:srgbClr val="F99B7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9798348B-0D1A-25DB-98C3-137D6DA4E764}"/>
              </a:ext>
            </a:extLst>
          </p:cNvPr>
          <p:cNvSpPr txBox="1"/>
          <p:nvPr/>
        </p:nvSpPr>
        <p:spPr>
          <a:xfrm>
            <a:off x="3047212" y="2409044"/>
            <a:ext cx="2263925" cy="27383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kumimoji="1" lang="en-US" altLang="zh-CN" sz="1200" dirty="0">
                <a:cs typeface="Arial" panose="020B0604020202020204" pitchFamily="34" charset="0"/>
              </a:rPr>
              <a:t>Entropy-based </a:t>
            </a:r>
          </a:p>
          <a:p>
            <a:pPr algn="ctr"/>
            <a:r>
              <a:rPr kumimoji="1" lang="en-US" altLang="zh-CN" sz="1200" dirty="0">
                <a:cs typeface="Arial" panose="020B0604020202020204" pitchFamily="34" charset="0"/>
              </a:rPr>
              <a:t>Layer-Knowledge Selection</a:t>
            </a:r>
            <a:endParaRPr kumimoji="1" lang="zh-CN" altLang="en-US" sz="1200" dirty="0">
              <a:cs typeface="Arial" panose="020B0604020202020204" pitchFamily="34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A807E34-65A9-7F49-9F84-56F236860E6E}"/>
              </a:ext>
            </a:extLst>
          </p:cNvPr>
          <p:cNvSpPr/>
          <p:nvPr/>
        </p:nvSpPr>
        <p:spPr>
          <a:xfrm>
            <a:off x="3350798" y="1999838"/>
            <a:ext cx="108700" cy="106595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C838A47-3600-6FF3-C246-CEBD79C2294B}"/>
              </a:ext>
            </a:extLst>
          </p:cNvPr>
          <p:cNvSpPr/>
          <p:nvPr/>
        </p:nvSpPr>
        <p:spPr>
          <a:xfrm>
            <a:off x="3459498" y="1999838"/>
            <a:ext cx="108700" cy="106595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A5D208B-83F8-9059-0360-74C7E40E63F6}"/>
              </a:ext>
            </a:extLst>
          </p:cNvPr>
          <p:cNvSpPr/>
          <p:nvPr/>
        </p:nvSpPr>
        <p:spPr>
          <a:xfrm>
            <a:off x="3711148" y="1997026"/>
            <a:ext cx="108700" cy="106595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1125100-9ADB-139F-22C9-DECB67B38F0E}"/>
              </a:ext>
            </a:extLst>
          </p:cNvPr>
          <p:cNvSpPr/>
          <p:nvPr/>
        </p:nvSpPr>
        <p:spPr>
          <a:xfrm>
            <a:off x="3819848" y="1997026"/>
            <a:ext cx="108700" cy="106595"/>
          </a:xfrm>
          <a:prstGeom prst="rect">
            <a:avLst/>
          </a:prstGeom>
          <a:solidFill>
            <a:srgbClr val="DFA2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55" name="圆角矩形 19">
            <a:extLst>
              <a:ext uri="{FF2B5EF4-FFF2-40B4-BE49-F238E27FC236}">
                <a16:creationId xmlns:a16="http://schemas.microsoft.com/office/drawing/2014/main" id="{33B934C2-47A9-013E-9577-8D2E69105703}"/>
              </a:ext>
            </a:extLst>
          </p:cNvPr>
          <p:cNvSpPr/>
          <p:nvPr/>
        </p:nvSpPr>
        <p:spPr>
          <a:xfrm>
            <a:off x="3201488" y="1452682"/>
            <a:ext cx="783063" cy="682301"/>
          </a:xfrm>
          <a:prstGeom prst="roundRect">
            <a:avLst>
              <a:gd name="adj" fmla="val 7471"/>
            </a:avLst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2D8813A-7CF3-8BF3-ED2F-94E36348807E}"/>
              </a:ext>
            </a:extLst>
          </p:cNvPr>
          <p:cNvSpPr txBox="1"/>
          <p:nvPr/>
        </p:nvSpPr>
        <p:spPr>
          <a:xfrm>
            <a:off x="3496273" y="1944794"/>
            <a:ext cx="245436" cy="10659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0" dirty="0">
                <a:cs typeface="Arial" panose="020B0604020202020204" pitchFamily="34" charset="0"/>
              </a:rPr>
              <a:t>…</a:t>
            </a:r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E6BB292-B199-99C8-7C15-D1043EF7E699}"/>
              </a:ext>
            </a:extLst>
          </p:cNvPr>
          <p:cNvSpPr/>
          <p:nvPr/>
        </p:nvSpPr>
        <p:spPr>
          <a:xfrm>
            <a:off x="3243559" y="1999838"/>
            <a:ext cx="108700" cy="106595"/>
          </a:xfrm>
          <a:prstGeom prst="rect">
            <a:avLst/>
          </a:prstGeom>
          <a:solidFill>
            <a:srgbClr val="A6E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cs typeface="Arial" panose="020B0604020202020204" pitchFamily="34" charset="0"/>
            </a:endParaRPr>
          </a:p>
        </p:txBody>
      </p:sp>
      <p:cxnSp>
        <p:nvCxnSpPr>
          <p:cNvPr id="63" name="连接符: 曲线 62">
            <a:extLst>
              <a:ext uri="{FF2B5EF4-FFF2-40B4-BE49-F238E27FC236}">
                <a16:creationId xmlns:a16="http://schemas.microsoft.com/office/drawing/2014/main" id="{61AD8AED-3A9A-7BC2-7598-B0D17D601049}"/>
              </a:ext>
            </a:extLst>
          </p:cNvPr>
          <p:cNvCxnSpPr>
            <a:stCxn id="54" idx="0"/>
            <a:endCxn id="56" idx="3"/>
          </p:cNvCxnSpPr>
          <p:nvPr/>
        </p:nvCxnSpPr>
        <p:spPr>
          <a:xfrm rot="16200000" flipH="1" flipV="1">
            <a:off x="3807421" y="1931301"/>
            <a:ext cx="1066" cy="132490"/>
          </a:xfrm>
          <a:prstGeom prst="curvedConnector4">
            <a:avLst>
              <a:gd name="adj1" fmla="val -3574109"/>
              <a:gd name="adj2" fmla="val 70511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9" name="连接符: 曲线 2248">
            <a:extLst>
              <a:ext uri="{FF2B5EF4-FFF2-40B4-BE49-F238E27FC236}">
                <a16:creationId xmlns:a16="http://schemas.microsoft.com/office/drawing/2014/main" id="{6EC6292A-D6BA-EF29-9A22-FF523D7FF6A9}"/>
              </a:ext>
            </a:extLst>
          </p:cNvPr>
          <p:cNvCxnSpPr>
            <a:cxnSpLocks/>
            <a:stCxn id="54" idx="0"/>
            <a:endCxn id="52" idx="0"/>
          </p:cNvCxnSpPr>
          <p:nvPr/>
        </p:nvCxnSpPr>
        <p:spPr>
          <a:xfrm rot="16200000" flipH="1" flipV="1">
            <a:off x="3692631" y="1818243"/>
            <a:ext cx="2811" cy="360350"/>
          </a:xfrm>
          <a:prstGeom prst="curvedConnector3">
            <a:avLst>
              <a:gd name="adj1" fmla="val -2517147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6" name="连接符: 曲线 2255">
            <a:extLst>
              <a:ext uri="{FF2B5EF4-FFF2-40B4-BE49-F238E27FC236}">
                <a16:creationId xmlns:a16="http://schemas.microsoft.com/office/drawing/2014/main" id="{F64B7AB5-21B1-4E6F-9C16-04A253878219}"/>
              </a:ext>
            </a:extLst>
          </p:cNvPr>
          <p:cNvCxnSpPr>
            <a:cxnSpLocks/>
            <a:stCxn id="54" idx="0"/>
            <a:endCxn id="51" idx="0"/>
          </p:cNvCxnSpPr>
          <p:nvPr/>
        </p:nvCxnSpPr>
        <p:spPr>
          <a:xfrm rot="16200000" flipH="1" flipV="1">
            <a:off x="3638280" y="1763894"/>
            <a:ext cx="2811" cy="469050"/>
          </a:xfrm>
          <a:prstGeom prst="curvedConnector3">
            <a:avLst>
              <a:gd name="adj1" fmla="val -3098043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0" name="连接符: 曲线 2259">
            <a:extLst>
              <a:ext uri="{FF2B5EF4-FFF2-40B4-BE49-F238E27FC236}">
                <a16:creationId xmlns:a16="http://schemas.microsoft.com/office/drawing/2014/main" id="{27790AEE-2DD0-B9BC-1283-3B74FF0DB28E}"/>
              </a:ext>
            </a:extLst>
          </p:cNvPr>
          <p:cNvCxnSpPr>
            <a:cxnSpLocks/>
            <a:stCxn id="54" idx="0"/>
            <a:endCxn id="59" idx="0"/>
          </p:cNvCxnSpPr>
          <p:nvPr/>
        </p:nvCxnSpPr>
        <p:spPr>
          <a:xfrm rot="16200000" flipH="1" flipV="1">
            <a:off x="3584661" y="1710286"/>
            <a:ext cx="2811" cy="576289"/>
          </a:xfrm>
          <a:prstGeom prst="curvedConnector3">
            <a:avLst>
              <a:gd name="adj1" fmla="val -3678904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65" name="文本框 2264">
                <a:extLst>
                  <a:ext uri="{FF2B5EF4-FFF2-40B4-BE49-F238E27FC236}">
                    <a16:creationId xmlns:a16="http://schemas.microsoft.com/office/drawing/2014/main" id="{17826129-CB1E-913C-4F2E-50979C3E1AE2}"/>
                  </a:ext>
                </a:extLst>
              </p:cNvPr>
              <p:cNvSpPr txBox="1"/>
              <p:nvPr/>
            </p:nvSpPr>
            <p:spPr>
              <a:xfrm>
                <a:off x="3357281" y="2056552"/>
                <a:ext cx="399788" cy="338682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5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5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en-US" altLang="zh-CN" sz="1500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265" name="文本框 2264">
                <a:extLst>
                  <a:ext uri="{FF2B5EF4-FFF2-40B4-BE49-F238E27FC236}">
                    <a16:creationId xmlns:a16="http://schemas.microsoft.com/office/drawing/2014/main" id="{17826129-CB1E-913C-4F2E-50979C3E1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281" y="2056552"/>
                <a:ext cx="399788" cy="338682"/>
              </a:xfrm>
              <a:prstGeom prst="rect">
                <a:avLst/>
              </a:prstGeom>
              <a:blipFill>
                <a:blip r:embed="rId32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69" name="矩形 2268">
            <a:extLst>
              <a:ext uri="{FF2B5EF4-FFF2-40B4-BE49-F238E27FC236}">
                <a16:creationId xmlns:a16="http://schemas.microsoft.com/office/drawing/2014/main" id="{F3E57EA3-19A1-8049-DEF3-8F8EFEC8916D}"/>
              </a:ext>
            </a:extLst>
          </p:cNvPr>
          <p:cNvSpPr/>
          <p:nvPr/>
        </p:nvSpPr>
        <p:spPr>
          <a:xfrm>
            <a:off x="3243570" y="1653047"/>
            <a:ext cx="106149" cy="184093"/>
          </a:xfrm>
          <a:prstGeom prst="rect">
            <a:avLst/>
          </a:prstGeom>
          <a:solidFill>
            <a:srgbClr val="E3F0DB"/>
          </a:solidFill>
          <a:ln w="63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9EA3E411-F2BE-3CEA-7AB5-2E924547A270}"/>
              </a:ext>
            </a:extLst>
          </p:cNvPr>
          <p:cNvSpPr/>
          <p:nvPr/>
        </p:nvSpPr>
        <p:spPr>
          <a:xfrm>
            <a:off x="3350441" y="1719917"/>
            <a:ext cx="109058" cy="115493"/>
          </a:xfrm>
          <a:prstGeom prst="rect">
            <a:avLst/>
          </a:prstGeom>
          <a:solidFill>
            <a:srgbClr val="E3F0DB"/>
          </a:solidFill>
          <a:ln w="63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271" name="矩形 2270">
            <a:extLst>
              <a:ext uri="{FF2B5EF4-FFF2-40B4-BE49-F238E27FC236}">
                <a16:creationId xmlns:a16="http://schemas.microsoft.com/office/drawing/2014/main" id="{4A5E2232-901C-7E08-D832-9C854DBBA007}"/>
              </a:ext>
            </a:extLst>
          </p:cNvPr>
          <p:cNvSpPr/>
          <p:nvPr/>
        </p:nvSpPr>
        <p:spPr>
          <a:xfrm>
            <a:off x="3458964" y="1617683"/>
            <a:ext cx="109245" cy="217714"/>
          </a:xfrm>
          <a:prstGeom prst="rect">
            <a:avLst/>
          </a:prstGeom>
          <a:solidFill>
            <a:srgbClr val="E3F0DB"/>
          </a:solidFill>
          <a:ln w="63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272" name="矩形 2271">
            <a:extLst>
              <a:ext uri="{FF2B5EF4-FFF2-40B4-BE49-F238E27FC236}">
                <a16:creationId xmlns:a16="http://schemas.microsoft.com/office/drawing/2014/main" id="{30A69866-01E1-25D7-F27A-445A1C00A427}"/>
              </a:ext>
            </a:extLst>
          </p:cNvPr>
          <p:cNvSpPr/>
          <p:nvPr/>
        </p:nvSpPr>
        <p:spPr>
          <a:xfrm>
            <a:off x="3708995" y="1727174"/>
            <a:ext cx="94607" cy="108461"/>
          </a:xfrm>
          <a:prstGeom prst="rect">
            <a:avLst/>
          </a:prstGeom>
          <a:solidFill>
            <a:srgbClr val="E3F0DB"/>
          </a:solidFill>
          <a:ln w="63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273" name="矩形 2272">
            <a:extLst>
              <a:ext uri="{FF2B5EF4-FFF2-40B4-BE49-F238E27FC236}">
                <a16:creationId xmlns:a16="http://schemas.microsoft.com/office/drawing/2014/main" id="{CAEAA231-38A0-1238-2712-448C4EB75E76}"/>
              </a:ext>
            </a:extLst>
          </p:cNvPr>
          <p:cNvSpPr/>
          <p:nvPr/>
        </p:nvSpPr>
        <p:spPr>
          <a:xfrm>
            <a:off x="3566380" y="1789914"/>
            <a:ext cx="142602" cy="45719"/>
          </a:xfrm>
          <a:prstGeom prst="rect">
            <a:avLst/>
          </a:prstGeom>
          <a:solidFill>
            <a:srgbClr val="E3F0DB"/>
          </a:solidFill>
          <a:ln w="63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352" name="矩形 1351">
            <a:extLst>
              <a:ext uri="{FF2B5EF4-FFF2-40B4-BE49-F238E27FC236}">
                <a16:creationId xmlns:a16="http://schemas.microsoft.com/office/drawing/2014/main" id="{37BF3756-03DE-0D2B-B3F7-A384668A321D}"/>
              </a:ext>
            </a:extLst>
          </p:cNvPr>
          <p:cNvSpPr/>
          <p:nvPr/>
        </p:nvSpPr>
        <p:spPr>
          <a:xfrm>
            <a:off x="4481329" y="1979882"/>
            <a:ext cx="108700" cy="106595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1353" name="矩形 1352">
            <a:extLst>
              <a:ext uri="{FF2B5EF4-FFF2-40B4-BE49-F238E27FC236}">
                <a16:creationId xmlns:a16="http://schemas.microsoft.com/office/drawing/2014/main" id="{C7047C82-EA3E-96C9-4F79-4E177489A70B}"/>
              </a:ext>
            </a:extLst>
          </p:cNvPr>
          <p:cNvSpPr/>
          <p:nvPr/>
        </p:nvSpPr>
        <p:spPr>
          <a:xfrm>
            <a:off x="4590029" y="1979882"/>
            <a:ext cx="108700" cy="106595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1354" name="矩形 1353">
            <a:extLst>
              <a:ext uri="{FF2B5EF4-FFF2-40B4-BE49-F238E27FC236}">
                <a16:creationId xmlns:a16="http://schemas.microsoft.com/office/drawing/2014/main" id="{E3A124A8-90F9-3C6E-15BE-7CC29EDFAF37}"/>
              </a:ext>
            </a:extLst>
          </p:cNvPr>
          <p:cNvSpPr/>
          <p:nvPr/>
        </p:nvSpPr>
        <p:spPr>
          <a:xfrm>
            <a:off x="4841679" y="1977071"/>
            <a:ext cx="108700" cy="106595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1355" name="矩形 1354">
            <a:extLst>
              <a:ext uri="{FF2B5EF4-FFF2-40B4-BE49-F238E27FC236}">
                <a16:creationId xmlns:a16="http://schemas.microsoft.com/office/drawing/2014/main" id="{DF0FB75A-E363-ED53-C650-CE8ECBFD12A0}"/>
              </a:ext>
            </a:extLst>
          </p:cNvPr>
          <p:cNvSpPr/>
          <p:nvPr/>
        </p:nvSpPr>
        <p:spPr>
          <a:xfrm>
            <a:off x="4950379" y="1977071"/>
            <a:ext cx="108700" cy="106595"/>
          </a:xfrm>
          <a:prstGeom prst="rect">
            <a:avLst/>
          </a:prstGeom>
          <a:solidFill>
            <a:srgbClr val="DFA2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1356" name="圆角矩形 19">
            <a:extLst>
              <a:ext uri="{FF2B5EF4-FFF2-40B4-BE49-F238E27FC236}">
                <a16:creationId xmlns:a16="http://schemas.microsoft.com/office/drawing/2014/main" id="{115BF609-3989-56F0-EAE9-4E2C05D37358}"/>
              </a:ext>
            </a:extLst>
          </p:cNvPr>
          <p:cNvSpPr/>
          <p:nvPr/>
        </p:nvSpPr>
        <p:spPr>
          <a:xfrm>
            <a:off x="4332019" y="1460521"/>
            <a:ext cx="783063" cy="654505"/>
          </a:xfrm>
          <a:prstGeom prst="roundRect">
            <a:avLst>
              <a:gd name="adj" fmla="val 7471"/>
            </a:avLst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1357" name="文本框 1356">
            <a:extLst>
              <a:ext uri="{FF2B5EF4-FFF2-40B4-BE49-F238E27FC236}">
                <a16:creationId xmlns:a16="http://schemas.microsoft.com/office/drawing/2014/main" id="{BB08F4C0-70F6-8D99-2856-52FD12D34697}"/>
              </a:ext>
            </a:extLst>
          </p:cNvPr>
          <p:cNvSpPr txBox="1"/>
          <p:nvPr/>
        </p:nvSpPr>
        <p:spPr>
          <a:xfrm>
            <a:off x="4626803" y="1924840"/>
            <a:ext cx="245436" cy="10659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0" dirty="0">
                <a:cs typeface="Arial" panose="020B0604020202020204" pitchFamily="34" charset="0"/>
              </a:rPr>
              <a:t>…</a:t>
            </a:r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1358" name="矩形 1357">
            <a:extLst>
              <a:ext uri="{FF2B5EF4-FFF2-40B4-BE49-F238E27FC236}">
                <a16:creationId xmlns:a16="http://schemas.microsoft.com/office/drawing/2014/main" id="{8C2E8595-C75A-D0C6-F878-A4134C8EEE80}"/>
              </a:ext>
            </a:extLst>
          </p:cNvPr>
          <p:cNvSpPr/>
          <p:nvPr/>
        </p:nvSpPr>
        <p:spPr>
          <a:xfrm>
            <a:off x="4374090" y="1979882"/>
            <a:ext cx="108700" cy="106595"/>
          </a:xfrm>
          <a:prstGeom prst="rect">
            <a:avLst/>
          </a:prstGeom>
          <a:solidFill>
            <a:srgbClr val="A6E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cs typeface="Arial" panose="020B0604020202020204" pitchFamily="34" charset="0"/>
            </a:endParaRPr>
          </a:p>
        </p:txBody>
      </p:sp>
      <p:cxnSp>
        <p:nvCxnSpPr>
          <p:cNvPr id="1359" name="连接符: 曲线 1358">
            <a:extLst>
              <a:ext uri="{FF2B5EF4-FFF2-40B4-BE49-F238E27FC236}">
                <a16:creationId xmlns:a16="http://schemas.microsoft.com/office/drawing/2014/main" id="{E94EC52F-580F-94CA-9186-03616527A108}"/>
              </a:ext>
            </a:extLst>
          </p:cNvPr>
          <p:cNvCxnSpPr>
            <a:stCxn id="1355" idx="0"/>
            <a:endCxn id="1357" idx="3"/>
          </p:cNvCxnSpPr>
          <p:nvPr/>
        </p:nvCxnSpPr>
        <p:spPr>
          <a:xfrm rot="16200000" flipH="1" flipV="1">
            <a:off x="4937951" y="1911346"/>
            <a:ext cx="1066" cy="132490"/>
          </a:xfrm>
          <a:prstGeom prst="curvedConnector4">
            <a:avLst>
              <a:gd name="adj1" fmla="val -3574109"/>
              <a:gd name="adj2" fmla="val 70511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0" name="连接符: 曲线 1359">
            <a:extLst>
              <a:ext uri="{FF2B5EF4-FFF2-40B4-BE49-F238E27FC236}">
                <a16:creationId xmlns:a16="http://schemas.microsoft.com/office/drawing/2014/main" id="{5C69766E-C4BF-0A31-EBC7-2C40F3D29CE0}"/>
              </a:ext>
            </a:extLst>
          </p:cNvPr>
          <p:cNvCxnSpPr>
            <a:cxnSpLocks/>
            <a:stCxn id="1355" idx="0"/>
            <a:endCxn id="1353" idx="0"/>
          </p:cNvCxnSpPr>
          <p:nvPr/>
        </p:nvCxnSpPr>
        <p:spPr>
          <a:xfrm rot="16200000" flipH="1" flipV="1">
            <a:off x="4823161" y="1798288"/>
            <a:ext cx="2811" cy="360350"/>
          </a:xfrm>
          <a:prstGeom prst="curvedConnector3">
            <a:avLst>
              <a:gd name="adj1" fmla="val -2517147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1" name="连接符: 曲线 1360">
            <a:extLst>
              <a:ext uri="{FF2B5EF4-FFF2-40B4-BE49-F238E27FC236}">
                <a16:creationId xmlns:a16="http://schemas.microsoft.com/office/drawing/2014/main" id="{2E7E4774-3748-030C-B439-EE933859717B}"/>
              </a:ext>
            </a:extLst>
          </p:cNvPr>
          <p:cNvCxnSpPr>
            <a:cxnSpLocks/>
            <a:stCxn id="1355" idx="0"/>
            <a:endCxn id="1352" idx="0"/>
          </p:cNvCxnSpPr>
          <p:nvPr/>
        </p:nvCxnSpPr>
        <p:spPr>
          <a:xfrm rot="16200000" flipH="1" flipV="1">
            <a:off x="4768811" y="1743939"/>
            <a:ext cx="2811" cy="469050"/>
          </a:xfrm>
          <a:prstGeom prst="curvedConnector3">
            <a:avLst>
              <a:gd name="adj1" fmla="val -3098043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2" name="连接符: 曲线 1361">
            <a:extLst>
              <a:ext uri="{FF2B5EF4-FFF2-40B4-BE49-F238E27FC236}">
                <a16:creationId xmlns:a16="http://schemas.microsoft.com/office/drawing/2014/main" id="{82C5AF05-9122-3081-C1E6-520518583203}"/>
              </a:ext>
            </a:extLst>
          </p:cNvPr>
          <p:cNvCxnSpPr>
            <a:cxnSpLocks/>
            <a:stCxn id="1355" idx="0"/>
            <a:endCxn id="1358" idx="0"/>
          </p:cNvCxnSpPr>
          <p:nvPr/>
        </p:nvCxnSpPr>
        <p:spPr>
          <a:xfrm rot="16200000" flipH="1" flipV="1">
            <a:off x="4715192" y="1690331"/>
            <a:ext cx="2811" cy="576289"/>
          </a:xfrm>
          <a:prstGeom prst="curvedConnector3">
            <a:avLst>
              <a:gd name="adj1" fmla="val -3678904"/>
            </a:avLst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65" name="文本框 1364">
                <a:extLst>
                  <a:ext uri="{FF2B5EF4-FFF2-40B4-BE49-F238E27FC236}">
                    <a16:creationId xmlns:a16="http://schemas.microsoft.com/office/drawing/2014/main" id="{FD66B30C-F534-9D54-44DD-C2C0EECD3A72}"/>
                  </a:ext>
                </a:extLst>
              </p:cNvPr>
              <p:cNvSpPr txBox="1"/>
              <p:nvPr/>
            </p:nvSpPr>
            <p:spPr>
              <a:xfrm>
                <a:off x="4487812" y="2036597"/>
                <a:ext cx="399788" cy="338682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5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15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en-US" altLang="zh-CN" sz="1500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65" name="文本框 1364">
                <a:extLst>
                  <a:ext uri="{FF2B5EF4-FFF2-40B4-BE49-F238E27FC236}">
                    <a16:creationId xmlns:a16="http://schemas.microsoft.com/office/drawing/2014/main" id="{FD66B30C-F534-9D54-44DD-C2C0EECD3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812" y="2036597"/>
                <a:ext cx="399788" cy="338682"/>
              </a:xfrm>
              <a:prstGeom prst="rect">
                <a:avLst/>
              </a:prstGeom>
              <a:blipFill>
                <a:blip r:embed="rId33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6" name="矩形 1365">
            <a:extLst>
              <a:ext uri="{FF2B5EF4-FFF2-40B4-BE49-F238E27FC236}">
                <a16:creationId xmlns:a16="http://schemas.microsoft.com/office/drawing/2014/main" id="{63F099D7-1B9A-1AC5-44E1-4A95B5D95B2A}"/>
              </a:ext>
            </a:extLst>
          </p:cNvPr>
          <p:cNvSpPr/>
          <p:nvPr/>
        </p:nvSpPr>
        <p:spPr>
          <a:xfrm>
            <a:off x="4374102" y="1480484"/>
            <a:ext cx="107239" cy="336701"/>
          </a:xfrm>
          <a:prstGeom prst="rect">
            <a:avLst/>
          </a:prstGeom>
          <a:solidFill>
            <a:srgbClr val="E3F0DB"/>
          </a:solidFill>
          <a:ln w="63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367" name="矩形 1366">
            <a:extLst>
              <a:ext uri="{FF2B5EF4-FFF2-40B4-BE49-F238E27FC236}">
                <a16:creationId xmlns:a16="http://schemas.microsoft.com/office/drawing/2014/main" id="{AC72E1FF-65C0-C647-3B79-AA1C4B2BE326}"/>
              </a:ext>
            </a:extLst>
          </p:cNvPr>
          <p:cNvSpPr/>
          <p:nvPr/>
        </p:nvSpPr>
        <p:spPr>
          <a:xfrm>
            <a:off x="4480972" y="1771096"/>
            <a:ext cx="109058" cy="45719"/>
          </a:xfrm>
          <a:prstGeom prst="rect">
            <a:avLst/>
          </a:prstGeom>
          <a:solidFill>
            <a:srgbClr val="E3F0DB"/>
          </a:solidFill>
          <a:ln w="63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368" name="矩形 1367">
            <a:extLst>
              <a:ext uri="{FF2B5EF4-FFF2-40B4-BE49-F238E27FC236}">
                <a16:creationId xmlns:a16="http://schemas.microsoft.com/office/drawing/2014/main" id="{1947D842-E39B-F816-0C40-6D3380714688}"/>
              </a:ext>
            </a:extLst>
          </p:cNvPr>
          <p:cNvSpPr/>
          <p:nvPr/>
        </p:nvSpPr>
        <p:spPr>
          <a:xfrm>
            <a:off x="4589495" y="1752183"/>
            <a:ext cx="109245" cy="63271"/>
          </a:xfrm>
          <a:prstGeom prst="rect">
            <a:avLst/>
          </a:prstGeom>
          <a:solidFill>
            <a:srgbClr val="E3F0DB"/>
          </a:solidFill>
          <a:ln w="63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369" name="矩形 1368">
            <a:extLst>
              <a:ext uri="{FF2B5EF4-FFF2-40B4-BE49-F238E27FC236}">
                <a16:creationId xmlns:a16="http://schemas.microsoft.com/office/drawing/2014/main" id="{F6770B0C-4ABA-1A29-6862-2EDCA91CAFBC}"/>
              </a:ext>
            </a:extLst>
          </p:cNvPr>
          <p:cNvSpPr/>
          <p:nvPr/>
        </p:nvSpPr>
        <p:spPr>
          <a:xfrm>
            <a:off x="4839525" y="1767362"/>
            <a:ext cx="109245" cy="48317"/>
          </a:xfrm>
          <a:prstGeom prst="rect">
            <a:avLst/>
          </a:prstGeom>
          <a:solidFill>
            <a:srgbClr val="E3F0DB"/>
          </a:solidFill>
          <a:ln w="63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370" name="矩形 1369">
            <a:extLst>
              <a:ext uri="{FF2B5EF4-FFF2-40B4-BE49-F238E27FC236}">
                <a16:creationId xmlns:a16="http://schemas.microsoft.com/office/drawing/2014/main" id="{21F5E1D6-3505-00C0-FBA6-BDF5F53440FA}"/>
              </a:ext>
            </a:extLst>
          </p:cNvPr>
          <p:cNvSpPr/>
          <p:nvPr/>
        </p:nvSpPr>
        <p:spPr>
          <a:xfrm>
            <a:off x="4696911" y="1769959"/>
            <a:ext cx="142602" cy="45719"/>
          </a:xfrm>
          <a:prstGeom prst="rect">
            <a:avLst/>
          </a:prstGeom>
          <a:solidFill>
            <a:srgbClr val="E3F0DB"/>
          </a:solidFill>
          <a:ln w="63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371" name="文本框 1370">
            <a:extLst>
              <a:ext uri="{FF2B5EF4-FFF2-40B4-BE49-F238E27FC236}">
                <a16:creationId xmlns:a16="http://schemas.microsoft.com/office/drawing/2014/main" id="{E868C046-A531-D016-F986-4CEC6B5DADDC}"/>
              </a:ext>
            </a:extLst>
          </p:cNvPr>
          <p:cNvSpPr txBox="1"/>
          <p:nvPr/>
        </p:nvSpPr>
        <p:spPr>
          <a:xfrm>
            <a:off x="4005390" y="1662956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0" dirty="0">
                <a:cs typeface="Arial" panose="020B0604020202020204" pitchFamily="34" charset="0"/>
              </a:rPr>
              <a:t>…</a:t>
            </a:r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1372" name="文本框 1371">
            <a:extLst>
              <a:ext uri="{FF2B5EF4-FFF2-40B4-BE49-F238E27FC236}">
                <a16:creationId xmlns:a16="http://schemas.microsoft.com/office/drawing/2014/main" id="{8F8A2CB7-237A-BB12-7075-F8D7FC7DD185}"/>
              </a:ext>
            </a:extLst>
          </p:cNvPr>
          <p:cNvSpPr txBox="1"/>
          <p:nvPr/>
        </p:nvSpPr>
        <p:spPr>
          <a:xfrm>
            <a:off x="4014604" y="2042774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0" dirty="0">
                <a:cs typeface="Arial" panose="020B0604020202020204" pitchFamily="34" charset="0"/>
              </a:rPr>
              <a:t>…</a:t>
            </a:r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5369CB9-8E31-A499-B558-D07760F3ABB3}"/>
              </a:ext>
            </a:extLst>
          </p:cNvPr>
          <p:cNvSpPr txBox="1"/>
          <p:nvPr/>
        </p:nvSpPr>
        <p:spPr>
          <a:xfrm>
            <a:off x="1992353" y="1277909"/>
            <a:ext cx="1215834" cy="23092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defRPr/>
            </a:pPr>
            <a:r>
              <a:rPr kumimoji="1" lang="en-US" altLang="zh-CN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  <a:cs typeface="Arial" panose="020B0604020202020204" pitchFamily="34" charset="0"/>
              </a:rPr>
              <a:t>Cross Attention</a:t>
            </a:r>
            <a:endParaRPr kumimoji="1" lang="zh-CN" altLang="en-US" sz="12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53AEC71-D08F-ED1C-D731-5D056488384A}"/>
              </a:ext>
            </a:extLst>
          </p:cNvPr>
          <p:cNvSpPr>
            <a:spLocks/>
          </p:cNvSpPr>
          <p:nvPr/>
        </p:nvSpPr>
        <p:spPr>
          <a:xfrm>
            <a:off x="439865" y="1279518"/>
            <a:ext cx="1230124" cy="230928"/>
          </a:xfrm>
          <a:prstGeom prst="rect">
            <a:avLst/>
          </a:prstGeom>
          <a:solidFill>
            <a:srgbClr val="F1E1CA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cs typeface="Arial" panose="020B0604020202020204" pitchFamily="34" charset="0"/>
            </a:endParaRPr>
          </a:p>
        </p:txBody>
      </p:sp>
      <p:pic>
        <p:nvPicPr>
          <p:cNvPr id="2248" name="图形 2247" descr="火 纯色填充">
            <a:extLst>
              <a:ext uri="{FF2B5EF4-FFF2-40B4-BE49-F238E27FC236}">
                <a16:creationId xmlns:a16="http://schemas.microsoft.com/office/drawing/2014/main" id="{7CA7F549-EDFF-FA49-6F70-798084F384A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184" y="1272828"/>
            <a:ext cx="245330" cy="245330"/>
          </a:xfrm>
          <a:prstGeom prst="rect">
            <a:avLst/>
          </a:prstGeom>
        </p:spPr>
      </p:pic>
      <p:sp>
        <p:nvSpPr>
          <p:cNvPr id="2250" name="文本框 2249">
            <a:extLst>
              <a:ext uri="{FF2B5EF4-FFF2-40B4-BE49-F238E27FC236}">
                <a16:creationId xmlns:a16="http://schemas.microsoft.com/office/drawing/2014/main" id="{0D8D2C34-009C-C8F2-9D17-17E834BE0E02}"/>
              </a:ext>
            </a:extLst>
          </p:cNvPr>
          <p:cNvSpPr txBox="1"/>
          <p:nvPr/>
        </p:nvSpPr>
        <p:spPr>
          <a:xfrm>
            <a:off x="537628" y="1254060"/>
            <a:ext cx="1191384" cy="27291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defRPr/>
            </a:pPr>
            <a:r>
              <a:rPr kumimoji="1" lang="en-US" altLang="zh-CN" sz="1200" dirty="0">
                <a:solidFill>
                  <a:schemeClr val="dk1"/>
                </a:solidFill>
                <a:cs typeface="Arial" panose="020B0604020202020204" pitchFamily="34" charset="0"/>
              </a:rPr>
              <a:t>Cross Attention</a:t>
            </a:r>
            <a:endParaRPr kumimoji="1" lang="zh-CN" altLang="en-US" sz="1200" dirty="0">
              <a:solidFill>
                <a:schemeClr val="dk1"/>
              </a:solidFill>
              <a:cs typeface="Arial" panose="020B060402020202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D13A3F3-ED3F-7F75-7A4B-4BF3AD6165A0}"/>
              </a:ext>
            </a:extLst>
          </p:cNvPr>
          <p:cNvSpPr>
            <a:spLocks/>
          </p:cNvSpPr>
          <p:nvPr/>
        </p:nvSpPr>
        <p:spPr>
          <a:xfrm>
            <a:off x="2380877" y="4062764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BA67C5D-1798-B85C-7882-A3E4F64CBAAE}"/>
              </a:ext>
            </a:extLst>
          </p:cNvPr>
          <p:cNvSpPr>
            <a:spLocks/>
          </p:cNvSpPr>
          <p:nvPr/>
        </p:nvSpPr>
        <p:spPr>
          <a:xfrm>
            <a:off x="2567500" y="4062764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98E5863-2E2D-3DEB-A8BD-F1D0B47D5FF9}"/>
              </a:ext>
            </a:extLst>
          </p:cNvPr>
          <p:cNvSpPr>
            <a:spLocks/>
          </p:cNvSpPr>
          <p:nvPr/>
        </p:nvSpPr>
        <p:spPr>
          <a:xfrm>
            <a:off x="2938041" y="4062764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50" name="圆角矩形 19">
            <a:extLst>
              <a:ext uri="{FF2B5EF4-FFF2-40B4-BE49-F238E27FC236}">
                <a16:creationId xmlns:a16="http://schemas.microsoft.com/office/drawing/2014/main" id="{81CD94CC-375C-106C-5095-C8060A0F0741}"/>
              </a:ext>
            </a:extLst>
          </p:cNvPr>
          <p:cNvSpPr/>
          <p:nvPr/>
        </p:nvSpPr>
        <p:spPr>
          <a:xfrm>
            <a:off x="2133678" y="4019600"/>
            <a:ext cx="1244329" cy="270344"/>
          </a:xfrm>
          <a:prstGeom prst="roundRect">
            <a:avLst>
              <a:gd name="adj" fmla="val 18887"/>
            </a:avLst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2251" name="矩形 2250">
            <a:extLst>
              <a:ext uri="{FF2B5EF4-FFF2-40B4-BE49-F238E27FC236}">
                <a16:creationId xmlns:a16="http://schemas.microsoft.com/office/drawing/2014/main" id="{8962BD59-6860-EE9B-03F1-9C893488FAA8}"/>
              </a:ext>
            </a:extLst>
          </p:cNvPr>
          <p:cNvSpPr>
            <a:spLocks/>
          </p:cNvSpPr>
          <p:nvPr/>
        </p:nvSpPr>
        <p:spPr>
          <a:xfrm>
            <a:off x="2189255" y="4062764"/>
            <a:ext cx="186535" cy="184029"/>
          </a:xfrm>
          <a:prstGeom prst="rect">
            <a:avLst/>
          </a:prstGeom>
          <a:solidFill>
            <a:srgbClr val="A6E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5" name="文本框 2254">
                <a:extLst>
                  <a:ext uri="{FF2B5EF4-FFF2-40B4-BE49-F238E27FC236}">
                    <a16:creationId xmlns:a16="http://schemas.microsoft.com/office/drawing/2014/main" id="{9F42C9E0-C001-6DF1-34D7-CA081E775309}"/>
                  </a:ext>
                </a:extLst>
              </p:cNvPr>
              <p:cNvSpPr txBox="1"/>
              <p:nvPr/>
            </p:nvSpPr>
            <p:spPr>
              <a:xfrm>
                <a:off x="2113537" y="4000826"/>
                <a:ext cx="334641" cy="30790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55" name="文本框 2254">
                <a:extLst>
                  <a:ext uri="{FF2B5EF4-FFF2-40B4-BE49-F238E27FC236}">
                    <a16:creationId xmlns:a16="http://schemas.microsoft.com/office/drawing/2014/main" id="{9F42C9E0-C001-6DF1-34D7-CA081E775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537" y="4000826"/>
                <a:ext cx="334641" cy="30790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62" name="矩形 2261">
            <a:extLst>
              <a:ext uri="{FF2B5EF4-FFF2-40B4-BE49-F238E27FC236}">
                <a16:creationId xmlns:a16="http://schemas.microsoft.com/office/drawing/2014/main" id="{49290D13-B48C-B69A-AE7D-7FEA552254D0}"/>
              </a:ext>
            </a:extLst>
          </p:cNvPr>
          <p:cNvSpPr>
            <a:spLocks/>
          </p:cNvSpPr>
          <p:nvPr/>
        </p:nvSpPr>
        <p:spPr>
          <a:xfrm>
            <a:off x="3906502" y="4062764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2263" name="矩形 2262">
            <a:extLst>
              <a:ext uri="{FF2B5EF4-FFF2-40B4-BE49-F238E27FC236}">
                <a16:creationId xmlns:a16="http://schemas.microsoft.com/office/drawing/2014/main" id="{AD8CC612-DE7B-DFFA-E746-0BD7006913B9}"/>
              </a:ext>
            </a:extLst>
          </p:cNvPr>
          <p:cNvSpPr>
            <a:spLocks/>
          </p:cNvSpPr>
          <p:nvPr/>
        </p:nvSpPr>
        <p:spPr>
          <a:xfrm>
            <a:off x="4093123" y="4062764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2264" name="矩形 2263">
            <a:extLst>
              <a:ext uri="{FF2B5EF4-FFF2-40B4-BE49-F238E27FC236}">
                <a16:creationId xmlns:a16="http://schemas.microsoft.com/office/drawing/2014/main" id="{3DD7B17C-40AB-F0D6-CC92-029E32E283C9}"/>
              </a:ext>
            </a:extLst>
          </p:cNvPr>
          <p:cNvSpPr>
            <a:spLocks/>
          </p:cNvSpPr>
          <p:nvPr/>
        </p:nvSpPr>
        <p:spPr>
          <a:xfrm>
            <a:off x="4463665" y="4062764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2266" name="圆角矩形 19">
            <a:extLst>
              <a:ext uri="{FF2B5EF4-FFF2-40B4-BE49-F238E27FC236}">
                <a16:creationId xmlns:a16="http://schemas.microsoft.com/office/drawing/2014/main" id="{61AE61BA-E8C2-CFD2-33A7-A8CB09876C8B}"/>
              </a:ext>
            </a:extLst>
          </p:cNvPr>
          <p:cNvSpPr/>
          <p:nvPr/>
        </p:nvSpPr>
        <p:spPr>
          <a:xfrm>
            <a:off x="3659302" y="4019600"/>
            <a:ext cx="1244329" cy="270344"/>
          </a:xfrm>
          <a:prstGeom prst="roundRect">
            <a:avLst>
              <a:gd name="adj" fmla="val 18887"/>
            </a:avLst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2268" name="矩形 2267">
            <a:extLst>
              <a:ext uri="{FF2B5EF4-FFF2-40B4-BE49-F238E27FC236}">
                <a16:creationId xmlns:a16="http://schemas.microsoft.com/office/drawing/2014/main" id="{D5A616D8-519D-C78B-FF6A-5D7CAD298930}"/>
              </a:ext>
            </a:extLst>
          </p:cNvPr>
          <p:cNvSpPr>
            <a:spLocks/>
          </p:cNvSpPr>
          <p:nvPr/>
        </p:nvSpPr>
        <p:spPr>
          <a:xfrm>
            <a:off x="3714878" y="4062764"/>
            <a:ext cx="186535" cy="184029"/>
          </a:xfrm>
          <a:prstGeom prst="rect">
            <a:avLst/>
          </a:prstGeom>
          <a:solidFill>
            <a:srgbClr val="A6E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02" name="文本框 2301">
                <a:extLst>
                  <a:ext uri="{FF2B5EF4-FFF2-40B4-BE49-F238E27FC236}">
                    <a16:creationId xmlns:a16="http://schemas.microsoft.com/office/drawing/2014/main" id="{E951A8EB-10E7-965C-EB12-C5B3EC6B2354}"/>
                  </a:ext>
                </a:extLst>
              </p:cNvPr>
              <p:cNvSpPr txBox="1"/>
              <p:nvPr/>
            </p:nvSpPr>
            <p:spPr>
              <a:xfrm>
                <a:off x="3639161" y="4000826"/>
                <a:ext cx="334641" cy="30790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02" name="文本框 2301">
                <a:extLst>
                  <a:ext uri="{FF2B5EF4-FFF2-40B4-BE49-F238E27FC236}">
                    <a16:creationId xmlns:a16="http://schemas.microsoft.com/office/drawing/2014/main" id="{E951A8EB-10E7-965C-EB12-C5B3EC6B2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161" y="4000826"/>
                <a:ext cx="334641" cy="30790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6" name="文本框 1415">
            <a:extLst>
              <a:ext uri="{FF2B5EF4-FFF2-40B4-BE49-F238E27FC236}">
                <a16:creationId xmlns:a16="http://schemas.microsoft.com/office/drawing/2014/main" id="{AB5FF980-9D39-5041-11A9-A5113BBA6FB7}"/>
              </a:ext>
            </a:extLst>
          </p:cNvPr>
          <p:cNvSpPr txBox="1"/>
          <p:nvPr/>
        </p:nvSpPr>
        <p:spPr>
          <a:xfrm>
            <a:off x="4211463" y="2908569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0" dirty="0">
                <a:cs typeface="Arial" panose="020B0604020202020204" pitchFamily="34" charset="0"/>
              </a:rPr>
              <a:t>…</a:t>
            </a:r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1417" name="文本框 1416">
            <a:extLst>
              <a:ext uri="{FF2B5EF4-FFF2-40B4-BE49-F238E27FC236}">
                <a16:creationId xmlns:a16="http://schemas.microsoft.com/office/drawing/2014/main" id="{57423F80-66A4-CF7A-A7F1-5CD747F7AC13}"/>
              </a:ext>
            </a:extLst>
          </p:cNvPr>
          <p:cNvSpPr txBox="1"/>
          <p:nvPr/>
        </p:nvSpPr>
        <p:spPr>
          <a:xfrm>
            <a:off x="2685840" y="2908569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0" dirty="0">
                <a:cs typeface="Arial" panose="020B0604020202020204" pitchFamily="34" charset="0"/>
              </a:rPr>
              <a:t>…</a:t>
            </a:r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1418" name="矩形 1417">
            <a:extLst>
              <a:ext uri="{FF2B5EF4-FFF2-40B4-BE49-F238E27FC236}">
                <a16:creationId xmlns:a16="http://schemas.microsoft.com/office/drawing/2014/main" id="{69011AE2-4F9E-A4F3-6B83-13C9F927B31D}"/>
              </a:ext>
            </a:extLst>
          </p:cNvPr>
          <p:cNvSpPr>
            <a:spLocks/>
          </p:cNvSpPr>
          <p:nvPr/>
        </p:nvSpPr>
        <p:spPr>
          <a:xfrm>
            <a:off x="4651674" y="3004802"/>
            <a:ext cx="186535" cy="184029"/>
          </a:xfrm>
          <a:prstGeom prst="rect">
            <a:avLst/>
          </a:prstGeom>
          <a:solidFill>
            <a:srgbClr val="F1E1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1419" name="矩形 1418">
            <a:extLst>
              <a:ext uri="{FF2B5EF4-FFF2-40B4-BE49-F238E27FC236}">
                <a16:creationId xmlns:a16="http://schemas.microsoft.com/office/drawing/2014/main" id="{7B6B109C-F3A3-0CB9-C27B-7A0C4F24F509}"/>
              </a:ext>
            </a:extLst>
          </p:cNvPr>
          <p:cNvSpPr>
            <a:spLocks/>
          </p:cNvSpPr>
          <p:nvPr/>
        </p:nvSpPr>
        <p:spPr>
          <a:xfrm>
            <a:off x="3126051" y="3004802"/>
            <a:ext cx="186535" cy="184029"/>
          </a:xfrm>
          <a:prstGeom prst="rect">
            <a:avLst/>
          </a:prstGeom>
          <a:solidFill>
            <a:srgbClr val="DFA2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1423" name="矩形 1422">
            <a:extLst>
              <a:ext uri="{FF2B5EF4-FFF2-40B4-BE49-F238E27FC236}">
                <a16:creationId xmlns:a16="http://schemas.microsoft.com/office/drawing/2014/main" id="{EEBEFEF8-DB2B-6571-93BB-2D4120ADA3BB}"/>
              </a:ext>
            </a:extLst>
          </p:cNvPr>
          <p:cNvSpPr>
            <a:spLocks/>
          </p:cNvSpPr>
          <p:nvPr/>
        </p:nvSpPr>
        <p:spPr>
          <a:xfrm>
            <a:off x="598733" y="3004802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1424" name="矩形 1423">
            <a:extLst>
              <a:ext uri="{FF2B5EF4-FFF2-40B4-BE49-F238E27FC236}">
                <a16:creationId xmlns:a16="http://schemas.microsoft.com/office/drawing/2014/main" id="{C08D787F-45CE-5492-811A-26E14FC28261}"/>
              </a:ext>
            </a:extLst>
          </p:cNvPr>
          <p:cNvSpPr>
            <a:spLocks/>
          </p:cNvSpPr>
          <p:nvPr/>
        </p:nvSpPr>
        <p:spPr>
          <a:xfrm>
            <a:off x="785354" y="3004802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1425" name="矩形 1424">
            <a:extLst>
              <a:ext uri="{FF2B5EF4-FFF2-40B4-BE49-F238E27FC236}">
                <a16:creationId xmlns:a16="http://schemas.microsoft.com/office/drawing/2014/main" id="{45D80244-6511-7F71-4A35-41384EF51307}"/>
              </a:ext>
            </a:extLst>
          </p:cNvPr>
          <p:cNvSpPr>
            <a:spLocks/>
          </p:cNvSpPr>
          <p:nvPr/>
        </p:nvSpPr>
        <p:spPr>
          <a:xfrm>
            <a:off x="1155896" y="3004802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1426" name="矩形 1425">
            <a:extLst>
              <a:ext uri="{FF2B5EF4-FFF2-40B4-BE49-F238E27FC236}">
                <a16:creationId xmlns:a16="http://schemas.microsoft.com/office/drawing/2014/main" id="{6E4BEA2A-C78D-80AD-56B9-794ACE3369D2}"/>
              </a:ext>
            </a:extLst>
          </p:cNvPr>
          <p:cNvSpPr>
            <a:spLocks/>
          </p:cNvSpPr>
          <p:nvPr/>
        </p:nvSpPr>
        <p:spPr>
          <a:xfrm>
            <a:off x="1343905" y="3004802"/>
            <a:ext cx="186535" cy="184029"/>
          </a:xfrm>
          <a:prstGeom prst="rect">
            <a:avLst/>
          </a:prstGeom>
          <a:solidFill>
            <a:srgbClr val="DFA2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1427" name="圆角矩形 19">
            <a:extLst>
              <a:ext uri="{FF2B5EF4-FFF2-40B4-BE49-F238E27FC236}">
                <a16:creationId xmlns:a16="http://schemas.microsoft.com/office/drawing/2014/main" id="{DC653F80-49D5-8A62-C92F-AD33879E0069}"/>
              </a:ext>
            </a:extLst>
          </p:cNvPr>
          <p:cNvSpPr/>
          <p:nvPr/>
        </p:nvSpPr>
        <p:spPr>
          <a:xfrm>
            <a:off x="351534" y="2961639"/>
            <a:ext cx="1244329" cy="270344"/>
          </a:xfrm>
          <a:prstGeom prst="roundRect">
            <a:avLst>
              <a:gd name="adj" fmla="val 18887"/>
            </a:avLst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1430" name="矩形 1429">
            <a:extLst>
              <a:ext uri="{FF2B5EF4-FFF2-40B4-BE49-F238E27FC236}">
                <a16:creationId xmlns:a16="http://schemas.microsoft.com/office/drawing/2014/main" id="{983FA890-E8EA-7100-1444-ADC4B0778FF0}"/>
              </a:ext>
            </a:extLst>
          </p:cNvPr>
          <p:cNvSpPr>
            <a:spLocks/>
          </p:cNvSpPr>
          <p:nvPr/>
        </p:nvSpPr>
        <p:spPr>
          <a:xfrm>
            <a:off x="407109" y="3004802"/>
            <a:ext cx="186535" cy="184029"/>
          </a:xfrm>
          <a:prstGeom prst="rect">
            <a:avLst/>
          </a:prstGeom>
          <a:solidFill>
            <a:srgbClr val="A6E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1" name="文本框 1430">
                <a:extLst>
                  <a:ext uri="{FF2B5EF4-FFF2-40B4-BE49-F238E27FC236}">
                    <a16:creationId xmlns:a16="http://schemas.microsoft.com/office/drawing/2014/main" id="{4FE41251-32F6-2BC4-7F46-6C984C2F79E8}"/>
                  </a:ext>
                </a:extLst>
              </p:cNvPr>
              <p:cNvSpPr txBox="1"/>
              <p:nvPr/>
            </p:nvSpPr>
            <p:spPr>
              <a:xfrm>
                <a:off x="331392" y="2942865"/>
                <a:ext cx="334641" cy="30790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31" name="文本框 1430">
                <a:extLst>
                  <a:ext uri="{FF2B5EF4-FFF2-40B4-BE49-F238E27FC236}">
                    <a16:creationId xmlns:a16="http://schemas.microsoft.com/office/drawing/2014/main" id="{4FE41251-32F6-2BC4-7F46-6C984C2F7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92" y="2942865"/>
                <a:ext cx="334641" cy="307905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3" name="文本框 1432">
            <a:extLst>
              <a:ext uri="{FF2B5EF4-FFF2-40B4-BE49-F238E27FC236}">
                <a16:creationId xmlns:a16="http://schemas.microsoft.com/office/drawing/2014/main" id="{57502505-B62B-E597-4BDB-19DC029CABB3}"/>
              </a:ext>
            </a:extLst>
          </p:cNvPr>
          <p:cNvSpPr txBox="1"/>
          <p:nvPr/>
        </p:nvSpPr>
        <p:spPr>
          <a:xfrm>
            <a:off x="1720684" y="2942865"/>
            <a:ext cx="308098" cy="30790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en-US" altLang="zh-CN" sz="1400" dirty="0">
                <a:cs typeface="Arial" panose="020B0604020202020204" pitchFamily="34" charset="0"/>
              </a:rPr>
              <a:t>…</a:t>
            </a:r>
            <a:endParaRPr kumimoji="1" lang="zh-CN" altLang="en-US" sz="1400" dirty="0">
              <a:cs typeface="Arial" panose="020B0604020202020204" pitchFamily="34" charset="0"/>
            </a:endParaRPr>
          </a:p>
        </p:txBody>
      </p:sp>
      <p:sp>
        <p:nvSpPr>
          <p:cNvPr id="1435" name="矩形 1434">
            <a:extLst>
              <a:ext uri="{FF2B5EF4-FFF2-40B4-BE49-F238E27FC236}">
                <a16:creationId xmlns:a16="http://schemas.microsoft.com/office/drawing/2014/main" id="{5D250302-566F-FED9-BBC2-FAD47038FC1F}"/>
              </a:ext>
            </a:extLst>
          </p:cNvPr>
          <p:cNvSpPr>
            <a:spLocks/>
          </p:cNvSpPr>
          <p:nvPr/>
        </p:nvSpPr>
        <p:spPr>
          <a:xfrm>
            <a:off x="2380877" y="3004802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1436" name="矩形 1435">
            <a:extLst>
              <a:ext uri="{FF2B5EF4-FFF2-40B4-BE49-F238E27FC236}">
                <a16:creationId xmlns:a16="http://schemas.microsoft.com/office/drawing/2014/main" id="{2896C50B-DE17-9F89-B4A3-75C7F8879B3D}"/>
              </a:ext>
            </a:extLst>
          </p:cNvPr>
          <p:cNvSpPr>
            <a:spLocks/>
          </p:cNvSpPr>
          <p:nvPr/>
        </p:nvSpPr>
        <p:spPr>
          <a:xfrm>
            <a:off x="2567500" y="3004802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1437" name="矩形 1436">
            <a:extLst>
              <a:ext uri="{FF2B5EF4-FFF2-40B4-BE49-F238E27FC236}">
                <a16:creationId xmlns:a16="http://schemas.microsoft.com/office/drawing/2014/main" id="{E3004852-E6DC-070D-17CB-6706F95FB0B5}"/>
              </a:ext>
            </a:extLst>
          </p:cNvPr>
          <p:cNvSpPr>
            <a:spLocks/>
          </p:cNvSpPr>
          <p:nvPr/>
        </p:nvSpPr>
        <p:spPr>
          <a:xfrm>
            <a:off x="2938041" y="3004802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1438" name="圆角矩形 19">
            <a:extLst>
              <a:ext uri="{FF2B5EF4-FFF2-40B4-BE49-F238E27FC236}">
                <a16:creationId xmlns:a16="http://schemas.microsoft.com/office/drawing/2014/main" id="{CB32FE7B-0082-9C9E-CD1B-2A3B290058D1}"/>
              </a:ext>
            </a:extLst>
          </p:cNvPr>
          <p:cNvSpPr/>
          <p:nvPr/>
        </p:nvSpPr>
        <p:spPr>
          <a:xfrm>
            <a:off x="2133678" y="2961639"/>
            <a:ext cx="1244329" cy="270344"/>
          </a:xfrm>
          <a:prstGeom prst="roundRect">
            <a:avLst>
              <a:gd name="adj" fmla="val 18887"/>
            </a:avLst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1439" name="矩形 1438">
            <a:extLst>
              <a:ext uri="{FF2B5EF4-FFF2-40B4-BE49-F238E27FC236}">
                <a16:creationId xmlns:a16="http://schemas.microsoft.com/office/drawing/2014/main" id="{1794905F-1450-8201-D55B-254699405045}"/>
              </a:ext>
            </a:extLst>
          </p:cNvPr>
          <p:cNvSpPr>
            <a:spLocks/>
          </p:cNvSpPr>
          <p:nvPr/>
        </p:nvSpPr>
        <p:spPr>
          <a:xfrm>
            <a:off x="2189255" y="3004802"/>
            <a:ext cx="186535" cy="184029"/>
          </a:xfrm>
          <a:prstGeom prst="rect">
            <a:avLst/>
          </a:prstGeom>
          <a:solidFill>
            <a:srgbClr val="A6E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0" name="文本框 1439">
                <a:extLst>
                  <a:ext uri="{FF2B5EF4-FFF2-40B4-BE49-F238E27FC236}">
                    <a16:creationId xmlns:a16="http://schemas.microsoft.com/office/drawing/2014/main" id="{2C2A00ED-3534-0761-03C8-13A49CC9C755}"/>
                  </a:ext>
                </a:extLst>
              </p:cNvPr>
              <p:cNvSpPr txBox="1"/>
              <p:nvPr/>
            </p:nvSpPr>
            <p:spPr>
              <a:xfrm>
                <a:off x="2113537" y="2942865"/>
                <a:ext cx="334641" cy="30790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40" name="文本框 1439">
                <a:extLst>
                  <a:ext uri="{FF2B5EF4-FFF2-40B4-BE49-F238E27FC236}">
                    <a16:creationId xmlns:a16="http://schemas.microsoft.com/office/drawing/2014/main" id="{2C2A00ED-3534-0761-03C8-13A49CC9C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537" y="2942865"/>
                <a:ext cx="334641" cy="307905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1" name="矩形 1440">
            <a:extLst>
              <a:ext uri="{FF2B5EF4-FFF2-40B4-BE49-F238E27FC236}">
                <a16:creationId xmlns:a16="http://schemas.microsoft.com/office/drawing/2014/main" id="{FD60B079-BC6D-5349-6E46-C55B58A4FE22}"/>
              </a:ext>
            </a:extLst>
          </p:cNvPr>
          <p:cNvSpPr>
            <a:spLocks/>
          </p:cNvSpPr>
          <p:nvPr/>
        </p:nvSpPr>
        <p:spPr>
          <a:xfrm>
            <a:off x="3906502" y="3004802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1442" name="矩形 1441">
            <a:extLst>
              <a:ext uri="{FF2B5EF4-FFF2-40B4-BE49-F238E27FC236}">
                <a16:creationId xmlns:a16="http://schemas.microsoft.com/office/drawing/2014/main" id="{AD1739EC-33EA-43F7-BA18-6D6AFAE96D19}"/>
              </a:ext>
            </a:extLst>
          </p:cNvPr>
          <p:cNvSpPr>
            <a:spLocks/>
          </p:cNvSpPr>
          <p:nvPr/>
        </p:nvSpPr>
        <p:spPr>
          <a:xfrm>
            <a:off x="4093123" y="3004802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1443" name="矩形 1442">
            <a:extLst>
              <a:ext uri="{FF2B5EF4-FFF2-40B4-BE49-F238E27FC236}">
                <a16:creationId xmlns:a16="http://schemas.microsoft.com/office/drawing/2014/main" id="{BC8BA6CF-94BE-DC08-BF2A-F9584D991AAA}"/>
              </a:ext>
            </a:extLst>
          </p:cNvPr>
          <p:cNvSpPr>
            <a:spLocks/>
          </p:cNvSpPr>
          <p:nvPr/>
        </p:nvSpPr>
        <p:spPr>
          <a:xfrm>
            <a:off x="4463665" y="3004802"/>
            <a:ext cx="186535" cy="184029"/>
          </a:xfrm>
          <a:prstGeom prst="rect">
            <a:avLst/>
          </a:prstGeom>
          <a:solidFill>
            <a:srgbClr val="DADA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1444" name="圆角矩形 19">
            <a:extLst>
              <a:ext uri="{FF2B5EF4-FFF2-40B4-BE49-F238E27FC236}">
                <a16:creationId xmlns:a16="http://schemas.microsoft.com/office/drawing/2014/main" id="{EA7BB7DC-0042-BD31-69D9-B6A01744FE82}"/>
              </a:ext>
            </a:extLst>
          </p:cNvPr>
          <p:cNvSpPr/>
          <p:nvPr/>
        </p:nvSpPr>
        <p:spPr>
          <a:xfrm>
            <a:off x="3659302" y="2961639"/>
            <a:ext cx="1244329" cy="270344"/>
          </a:xfrm>
          <a:prstGeom prst="roundRect">
            <a:avLst>
              <a:gd name="adj" fmla="val 18887"/>
            </a:avLst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cs typeface="Arial" panose="020B0604020202020204" pitchFamily="34" charset="0"/>
            </a:endParaRPr>
          </a:p>
        </p:txBody>
      </p:sp>
      <p:sp>
        <p:nvSpPr>
          <p:cNvPr id="1445" name="矩形 1444">
            <a:extLst>
              <a:ext uri="{FF2B5EF4-FFF2-40B4-BE49-F238E27FC236}">
                <a16:creationId xmlns:a16="http://schemas.microsoft.com/office/drawing/2014/main" id="{F217F9F8-2AB0-D081-EC46-55E7E3711AD0}"/>
              </a:ext>
            </a:extLst>
          </p:cNvPr>
          <p:cNvSpPr>
            <a:spLocks/>
          </p:cNvSpPr>
          <p:nvPr/>
        </p:nvSpPr>
        <p:spPr>
          <a:xfrm>
            <a:off x="3714878" y="3004802"/>
            <a:ext cx="186535" cy="184029"/>
          </a:xfrm>
          <a:prstGeom prst="rect">
            <a:avLst/>
          </a:prstGeom>
          <a:solidFill>
            <a:srgbClr val="A6E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6" name="文本框 1445">
                <a:extLst>
                  <a:ext uri="{FF2B5EF4-FFF2-40B4-BE49-F238E27FC236}">
                    <a16:creationId xmlns:a16="http://schemas.microsoft.com/office/drawing/2014/main" id="{76F030E9-5BA9-B886-2C38-14C3D2BBDCF5}"/>
                  </a:ext>
                </a:extLst>
              </p:cNvPr>
              <p:cNvSpPr txBox="1"/>
              <p:nvPr/>
            </p:nvSpPr>
            <p:spPr>
              <a:xfrm>
                <a:off x="3639161" y="2942865"/>
                <a:ext cx="334641" cy="30790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400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46" name="文本框 1445">
                <a:extLst>
                  <a:ext uri="{FF2B5EF4-FFF2-40B4-BE49-F238E27FC236}">
                    <a16:creationId xmlns:a16="http://schemas.microsoft.com/office/drawing/2014/main" id="{76F030E9-5BA9-B886-2C38-14C3D2BBD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161" y="2942865"/>
                <a:ext cx="334641" cy="307905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1" name="文本框 1460">
            <a:extLst>
              <a:ext uri="{FF2B5EF4-FFF2-40B4-BE49-F238E27FC236}">
                <a16:creationId xmlns:a16="http://schemas.microsoft.com/office/drawing/2014/main" id="{F7F758A5-4702-5E2E-018C-6F3D291EE7F4}"/>
              </a:ext>
            </a:extLst>
          </p:cNvPr>
          <p:cNvSpPr txBox="1"/>
          <p:nvPr/>
        </p:nvSpPr>
        <p:spPr>
          <a:xfrm>
            <a:off x="641315" y="3375238"/>
            <a:ext cx="1291460" cy="266567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kumimoji="1" lang="en-US" altLang="zh-CN" sz="1200" dirty="0">
                <a:cs typeface="Arial" panose="020B0604020202020204" pitchFamily="34" charset="0"/>
              </a:rPr>
              <a:t>Lora Weight</a:t>
            </a:r>
            <a:endParaRPr kumimoji="1" lang="zh-CN" altLang="en-US" sz="12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9" name="文本框 1428">
                <a:extLst>
                  <a:ext uri="{FF2B5EF4-FFF2-40B4-BE49-F238E27FC236}">
                    <a16:creationId xmlns:a16="http://schemas.microsoft.com/office/drawing/2014/main" id="{101DE881-2CC7-B977-D18C-9C06EACD4A74}"/>
                  </a:ext>
                </a:extLst>
              </p:cNvPr>
              <p:cNvSpPr txBox="1"/>
              <p:nvPr/>
            </p:nvSpPr>
            <p:spPr>
              <a:xfrm>
                <a:off x="1282699" y="2988209"/>
                <a:ext cx="272821" cy="176339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29" name="文本框 1428">
                <a:extLst>
                  <a:ext uri="{FF2B5EF4-FFF2-40B4-BE49-F238E27FC236}">
                    <a16:creationId xmlns:a16="http://schemas.microsoft.com/office/drawing/2014/main" id="{101DE881-2CC7-B977-D18C-9C06EACD4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699" y="2988209"/>
                <a:ext cx="272821" cy="176339"/>
              </a:xfrm>
              <a:prstGeom prst="rect">
                <a:avLst/>
              </a:prstGeom>
              <a:blipFill>
                <a:blip r:embed="rId35"/>
                <a:stretch>
                  <a:fillRect r="-2222" b="-27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6" name="连接符: 肘形 1485">
            <a:extLst>
              <a:ext uri="{FF2B5EF4-FFF2-40B4-BE49-F238E27FC236}">
                <a16:creationId xmlns:a16="http://schemas.microsoft.com/office/drawing/2014/main" id="{86DE6469-D7D5-C37D-8089-EC49E240EBF6}"/>
              </a:ext>
            </a:extLst>
          </p:cNvPr>
          <p:cNvCxnSpPr>
            <a:cxnSpLocks/>
            <a:stCxn id="1426" idx="0"/>
          </p:cNvCxnSpPr>
          <p:nvPr/>
        </p:nvCxnSpPr>
        <p:spPr>
          <a:xfrm rot="16200000" flipV="1">
            <a:off x="996594" y="2564228"/>
            <a:ext cx="248566" cy="632583"/>
          </a:xfrm>
          <a:prstGeom prst="bentConnector3">
            <a:avLst>
              <a:gd name="adj1" fmla="val 52314"/>
            </a:avLst>
          </a:prstGeom>
          <a:ln w="9525">
            <a:solidFill>
              <a:srgbClr val="F99B7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6" name="连接符: 肘形 1495">
            <a:extLst>
              <a:ext uri="{FF2B5EF4-FFF2-40B4-BE49-F238E27FC236}">
                <a16:creationId xmlns:a16="http://schemas.microsoft.com/office/drawing/2014/main" id="{A1834D65-A304-4C36-589F-A98CC6C06030}"/>
              </a:ext>
            </a:extLst>
          </p:cNvPr>
          <p:cNvCxnSpPr>
            <a:cxnSpLocks/>
            <a:stCxn id="1419" idx="0"/>
          </p:cNvCxnSpPr>
          <p:nvPr/>
        </p:nvCxnSpPr>
        <p:spPr>
          <a:xfrm rot="16200000" flipV="1">
            <a:off x="2294663" y="2080151"/>
            <a:ext cx="259372" cy="1589929"/>
          </a:xfrm>
          <a:prstGeom prst="bentConnector3">
            <a:avLst>
              <a:gd name="adj1" fmla="val 48446"/>
            </a:avLst>
          </a:prstGeom>
          <a:ln w="9525">
            <a:solidFill>
              <a:srgbClr val="F99B7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2" name="文本框 1431">
                <a:extLst>
                  <a:ext uri="{FF2B5EF4-FFF2-40B4-BE49-F238E27FC236}">
                    <a16:creationId xmlns:a16="http://schemas.microsoft.com/office/drawing/2014/main" id="{4C8938C8-99FB-A866-F7A1-04E308B2CD4F}"/>
                  </a:ext>
                </a:extLst>
              </p:cNvPr>
              <p:cNvSpPr txBox="1"/>
              <p:nvPr/>
            </p:nvSpPr>
            <p:spPr>
              <a:xfrm>
                <a:off x="3029662" y="2908569"/>
                <a:ext cx="403893" cy="307905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32" name="文本框 1431">
                <a:extLst>
                  <a:ext uri="{FF2B5EF4-FFF2-40B4-BE49-F238E27FC236}">
                    <a16:creationId xmlns:a16="http://schemas.microsoft.com/office/drawing/2014/main" id="{4C8938C8-99FB-A866-F7A1-04E308B2C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662" y="2908569"/>
                <a:ext cx="403893" cy="307905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1" name="连接符: 肘形 1500">
            <a:extLst>
              <a:ext uri="{FF2B5EF4-FFF2-40B4-BE49-F238E27FC236}">
                <a16:creationId xmlns:a16="http://schemas.microsoft.com/office/drawing/2014/main" id="{E50FC77C-F02B-EAE0-DFF2-9BA2156A3EC7}"/>
              </a:ext>
            </a:extLst>
          </p:cNvPr>
          <p:cNvCxnSpPr>
            <a:cxnSpLocks/>
            <a:stCxn id="1418" idx="0"/>
          </p:cNvCxnSpPr>
          <p:nvPr/>
        </p:nvCxnSpPr>
        <p:spPr>
          <a:xfrm rot="16200000" flipV="1">
            <a:off x="3488572" y="1748431"/>
            <a:ext cx="254725" cy="2258019"/>
          </a:xfrm>
          <a:prstGeom prst="bentConnector3">
            <a:avLst>
              <a:gd name="adj1" fmla="val 61423"/>
            </a:avLst>
          </a:prstGeom>
          <a:ln w="9525">
            <a:solidFill>
              <a:schemeClr val="accent4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4" name="文本框 1433">
                <a:extLst>
                  <a:ext uri="{FF2B5EF4-FFF2-40B4-BE49-F238E27FC236}">
                    <a16:creationId xmlns:a16="http://schemas.microsoft.com/office/drawing/2014/main" id="{737547C5-E065-A9A7-FECE-14054BFFAA47}"/>
                  </a:ext>
                </a:extLst>
              </p:cNvPr>
              <p:cNvSpPr txBox="1"/>
              <p:nvPr/>
            </p:nvSpPr>
            <p:spPr>
              <a:xfrm>
                <a:off x="4556362" y="2900323"/>
                <a:ext cx="399212" cy="324384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1" lang="en-US" altLang="zh-CN" sz="1400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kumimoji="1" lang="zh-CN" altLang="en-US" sz="14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34" name="文本框 1433">
                <a:extLst>
                  <a:ext uri="{FF2B5EF4-FFF2-40B4-BE49-F238E27FC236}">
                    <a16:creationId xmlns:a16="http://schemas.microsoft.com/office/drawing/2014/main" id="{737547C5-E065-A9A7-FECE-14054BFFA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362" y="2900323"/>
                <a:ext cx="399212" cy="32438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19" name="Elbow Connector 666">
            <a:extLst>
              <a:ext uri="{FF2B5EF4-FFF2-40B4-BE49-F238E27FC236}">
                <a16:creationId xmlns:a16="http://schemas.microsoft.com/office/drawing/2014/main" id="{4DEDBA69-A053-1A8A-0723-8467DF2204A5}"/>
              </a:ext>
            </a:extLst>
          </p:cNvPr>
          <p:cNvCxnSpPr>
            <a:cxnSpLocks/>
            <a:stCxn id="1427" idx="0"/>
          </p:cNvCxnSpPr>
          <p:nvPr/>
        </p:nvCxnSpPr>
        <p:spPr>
          <a:xfrm rot="5400000" flipH="1" flipV="1">
            <a:off x="2149399" y="1579890"/>
            <a:ext cx="206048" cy="2557463"/>
          </a:xfrm>
          <a:prstGeom prst="bentConnector3">
            <a:avLst>
              <a:gd name="adj1" fmla="val 20815"/>
            </a:avLst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0" name="Elbow Connector 666">
            <a:extLst>
              <a:ext uri="{FF2B5EF4-FFF2-40B4-BE49-F238E27FC236}">
                <a16:creationId xmlns:a16="http://schemas.microsoft.com/office/drawing/2014/main" id="{8CBFD1D3-5B3E-08FB-2956-883FEB2BF885}"/>
              </a:ext>
            </a:extLst>
          </p:cNvPr>
          <p:cNvCxnSpPr>
            <a:cxnSpLocks/>
            <a:stCxn id="1438" idx="0"/>
          </p:cNvCxnSpPr>
          <p:nvPr/>
        </p:nvCxnSpPr>
        <p:spPr>
          <a:xfrm rot="5400000" flipH="1" flipV="1">
            <a:off x="3644223" y="1863608"/>
            <a:ext cx="209657" cy="1986419"/>
          </a:xfrm>
          <a:prstGeom prst="bentConnector3">
            <a:avLst>
              <a:gd name="adj1" fmla="val 19148"/>
            </a:avLst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881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35179</TotalTime>
  <Words>75</Words>
  <Application>Microsoft Office PowerPoint</Application>
  <PresentationFormat>自定义</PresentationFormat>
  <Paragraphs>62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Weijie</dc:creator>
  <cp:lastModifiedBy>伟杰 史</cp:lastModifiedBy>
  <cp:revision>1915</cp:revision>
  <dcterms:created xsi:type="dcterms:W3CDTF">2023-10-07T06:50:30Z</dcterms:created>
  <dcterms:modified xsi:type="dcterms:W3CDTF">2024-09-14T23:34:45Z</dcterms:modified>
</cp:coreProperties>
</file>